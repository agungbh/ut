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5" r:id="rId3"/>
    <p:sldId id="286" r:id="rId4"/>
    <p:sldId id="276" r:id="rId5"/>
    <p:sldId id="277" r:id="rId6"/>
    <p:sldId id="278" r:id="rId7"/>
    <p:sldId id="279" r:id="rId8"/>
    <p:sldId id="280" r:id="rId9"/>
    <p:sldId id="285" r:id="rId10"/>
    <p:sldId id="281" r:id="rId11"/>
    <p:sldId id="282" r:id="rId12"/>
    <p:sldId id="283" r:id="rId13"/>
    <p:sldId id="284" r:id="rId14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4:38.9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1 232 24575,'0'-5'0,"1"1"0,-1 0 0,1 0 0,1 0 0,-1 0 0,0 0 0,1 1 0,0-1 0,0 0 0,0 1 0,0-1 0,1 1 0,-1-1 0,1 1 0,0 0 0,0 0 0,0 1 0,5-5 0,7-4 0,1 1 0,29-15 0,-38 21 0,35-19 0,-21 11 0,0 0 0,1 2 0,38-13 0,15 4-1365,-53 9-5461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4:40.9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24575,'1'1'0,"0"1"0,1 0 0,0 0 0,-1-1 0,1 1 0,0-1 0,0 0 0,0 1 0,0-1 0,0 0 0,0 0 0,0 0 0,0 0 0,4 1 0,-5-2 0,53 19 0,64 15 0,-113-33 0,1 1 0,0 0 0,-1 0 0,1 0 0,-1 1 0,0 0 0,0 0 0,0 0 0,8 7 0,-12-9 0,0 1 0,1-1 0,-1 1 0,0-1 0,0 1 0,0-1 0,0 1 0,0 0 0,-1 0 0,1-1 0,0 1 0,-1 0 0,1 0 0,-1 0 0,0 0 0,0 0 0,0 0 0,0 0 0,0 0 0,0-1 0,0 1 0,0 0 0,-1 0 0,1 0 0,-1 0 0,1 0 0,-1-1 0,0 1 0,0 0 0,0 0 0,0-1 0,0 1 0,-2 2 0,-2 2 3,-1-1 0,1 0 0,-1 0 0,0 0 0,-7 5-1,-5 3-1384,2 0-5444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4:44.1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14 576 24575,'0'0'0,"-1"0"0,1 0 0,-1 0 0,1 0 0,-1 0 0,0 0 0,1 0 0,-1 0 0,1 0 0,-1-1 0,1 1 0,-1 0 0,1 0 0,-1-1 0,1 1 0,-1 0 0,1-1 0,-1 1 0,1 0 0,-1-1 0,1 1 0,0-1 0,-1 1 0,1-1 0,0 1 0,-1-1 0,1 1 0,-1-2 0,1-18 0,2 13 0,0 0 0,1 1 0,5-13 0,8-6 0,2 0 0,0 0 0,38-36 0,-3 2 0,-23 24 0,62-53 0,-80 79 0,0 1 0,1 1 0,0 0 0,0 0 0,1 2 0,19-7 0,13-5 0,-43 16 0,212-93 0,-194 82-1365,-5 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4:47.0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 0 24575,'-14'18'0,"1"0"0,-20 34 0,25-40 0,1 0 0,1 0 0,0 1 0,0 0 0,1 0 0,1 1 0,0-1 0,1 1 0,1 0 0,-2 24 0,6 63 0,-2-100 0,0 0 0,1 0 0,-1 0 0,0 0 0,0 1 0,0-1 0,1 0 0,-1 0 0,0 0 0,1 0 0,-1 0 0,1 0 0,0 0 0,-1 0 0,1 0 0,0-1 0,-1 1 0,1 0 0,0 0 0,0 0 0,0-1 0,-1 1 0,1 0 0,0-1 0,1 1 0,1 0 0,-1-1 0,0 1 0,0-1 0,0 0 0,0 0 0,1 0 0,-1 0 0,0 0 0,0 0 0,0-1 0,1 1 0,1-1 0,6-3 0,0 1 0,0-2 0,-1 1 0,12-8 0,15-13 60,33-29 0,-37 27-802,39-24-1,-48 37-6083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4:50.2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1 538 24575,'0'-2'0,"1"1"0,-1-1 0,0 0 0,1 0 0,0 1 0,-1-1 0,1 1 0,0-1 0,0 0 0,0 1 0,0 0 0,0-1 0,1 1 0,-1 0 0,0-1 0,1 1 0,-1 0 0,0 0 0,3-1 0,32-18 0,-32 19 0,28-14 0,-1-2 0,-2 0 0,1-2 0,51-45 0,-54 39 0,-2-2 0,32-44 0,-35 43 0,117-134 0,-117 140-1365,-1 3-5461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4:52.3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 0 24575,'0'26'0,"-1"0"0,-2 0 0,-8 44 0,-16 66 0,26-134 0,1 1 0,-1-1 0,1 1 0,-1-1 0,1 1 0,0 0 0,0-1 0,0 1 0,1 2 0,-1-4 0,0 0 0,1-1 0,-1 1 0,1 0 0,-1-1 0,1 1 0,-1-1 0,1 1 0,-1-1 0,1 1 0,-1-1 0,1 1 0,0-1 0,-1 1 0,1-1 0,0 1 0,-1-1 0,1 0 0,0 0 0,-1 1 0,1-1 0,0 0 0,0 0 0,-1 0 0,1 0 0,0 0 0,0 0 0,-1 0 0,1 0 0,0 0 0,0 0 0,0 0 0,1-1 0,6 0 0,0-1 0,1 0 0,-1 0 0,0-1 0,0 0 0,-1-1 0,11-5 0,2-4 0,23-20 0,-15 11 0,3 5-1365,-16 11-5461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7:24.0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1 711 24575,'1'-11'0,"0"-1"0,0 1 0,1 0 0,1 1 0,0-1 0,1 0 0,0 1 0,0 0 0,1 0 0,0 0 0,1 0 0,0 1 0,1 0 0,0 0 0,11-11 0,13-10 0,1 1 0,60-40 0,-42 33 0,-17 14 0,2 1 0,1 1 0,45-18 0,-63 30 0,-2 1 0,-1-2 0,-1 0 0,1 0 0,-1-2 0,16-14 0,54-64 0,-72 74-455,0 1 0,18-32 0,-16 17-6371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7:26.0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24575,'15'222'0,"-5"-109"0,-9-93 0,6 48 0,-6-62 0,1 0 0,0 1 0,0-1 0,0 0 0,0 0 0,1 0 0,0-1 0,6 8 0,-8-11 0,1 0 0,0-1 0,-1 1 0,1-1 0,0 1 0,0-1 0,0 0 0,1 1 0,-1-1 0,0 0 0,0-1 0,1 1 0,-1 0 0,0-1 0,1 1 0,-1-1 0,0 0 0,1 0 0,-1 1 0,1-2 0,-1 1 0,5-1 0,7-1 0,-1-2 0,0 1 0,14-6 0,3-1 0,23-3 0,1 3 0,85-6 0,-138 16-13,12-1-258,0 0 1,0 0 0,0-2-1,25-6 1,-10-5-6556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7:29.2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1 682 24575,'1'-207'0,"0"195"0,0-1 0,1 1 0,1 0 0,0 0 0,1 0 0,0 0 0,1 1 0,0-1 0,1 1 0,0 0 0,1 1 0,0 0 0,1 0 0,0 0 0,10-9 0,14-11 0,2 2 0,73-46 0,-46 32 0,-38 28 0,1 0 0,0 1 0,1 2 0,33-12 0,-13 5-1365,-10-1-5461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7:31.5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24575,'0'14'0,"2"-1"0,0 1 0,4 15 0,3 15 0,-6-19 0,1 1 0,2-1 0,0 1 0,2-2 0,13 31 0,-18-48 0,1 0 0,-1-1 0,1 1 0,1-1 0,-1 0 0,1 0 0,0 0 0,1-1 0,-1 0 0,1 0 0,0 0 0,0-1 0,0 0 0,1 0 0,0 0 0,0-1 0,0 0 0,0 0 0,0-1 0,0 0 0,1 0 0,9 1 0,-6-2 0,0-1 0,0 0 0,0 0 0,0-1 0,0 0 0,0-1 0,0-1 0,0 1 0,16-8 0,-9 2 0,-1-1 0,1-1 0,-1-1 0,22-18 0,-28 20-97,110-91-1171,-87 67-5558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5:30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7:44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7:48.7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2 661 24575,'0'-41'0,"-1"5"0,6-56 0,-3 80 0,0 1 0,1 0 0,0 0 0,0 0 0,1 0 0,1 1 0,0-1 0,0 1 0,8-10 0,25-31 0,-21 29 0,-1 0 0,22-40 0,-16 16-95,-14 26-117,2 0 0,0 1 1,1 0-1,1 0 1,25-29-1,-10 23-6614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7:50.7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24575,'10'16'0,"4"11"0,15 15 0,3 13 0,-5 1 0,-6 2 0,4 7 0,-3-3 0,6-11 0,8-15 0,-1-24 0,3-13 0,6-24 0,6-16 0,5-3 0,4 7 0,-9 10-8191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7:52.2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1 565 24575,'0'-11'0,"0"-13"0,0-14 0,16-11 0,5-8 0,9-4 0,11-2 0,-3-2 0,4 11 0,-5 3 0,0 1 0,-4 9-8191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8:22.5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24575,'0'344'0,"0"-319"0,1-1 0,2 1 0,0-1 0,2 1 0,1-1 0,0-1 0,2 1 0,1-1 0,22 42 0,-29-62 0,0 1 0,0 0 0,0 0 0,1-1 0,-1 1 0,1-1 0,0 0 0,4 4 0,-6-6 0,0-1 0,0 1 0,0-1 0,0 1 0,0-1 0,0 0 0,0 0 0,0 1 0,0-1 0,0 0 0,0 0 0,0 0 0,0 0 0,1 0 0,-1 0 0,0 0 0,0-1 0,0 1 0,0 0 0,0-1 0,0 1 0,0-1 0,0 1 0,0-1 0,0 1 0,0-1 0,0 0 0,0 1 0,-1-1 0,1 0 0,0 0 0,0 1 0,0-3 0,25-25 0,-2-1 0,37-57 0,-7 8 0,-26 37 0,44-83 0,-55 86-1365,-4 5-5461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8:41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2 900 24575,'0'-33'0,"-1"9"0,1-1 0,1 1 0,1-1 0,1 1 0,8-29 0,32-70 0,8-29 0,-43 126 0,14-29 0,-13 35 0,-1 1 0,-1-1 0,5-26 0,20-79 79,-14 63-1523,-7 19-5382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8:47.5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24575,'0'1'0,"1"1"0,0-1 0,-1 1 0,1-1 0,0 0 0,0 1 0,0-1 0,0 0 0,0 0 0,0 0 0,0 1 0,2 0 0,8 11 0,-5-1 0,0 0 0,7 27 0,4 8 0,-14-40 0,9 22 0,1 0 0,1-2 0,1 1 0,31 40 0,-41-62 0,1-1 0,-1 0 0,1 0 0,0 0 0,11 6 0,-15-9 0,0-1 0,0 0 0,0 0 0,0 0 0,0 0 0,1 0 0,-1-1 0,0 1 0,1-1 0,-1 0 0,0 1 0,1-1 0,-1 0 0,1 0 0,-1-1 0,0 1 0,1 0 0,-1-1 0,0 1 0,0-1 0,4-1 0,-2-1 0,0 0 0,1 0 0,-1-1 0,0 1 0,0-1 0,-1 0 0,1 0 0,4-7 0,21-39 0,1-18 99,4-7-1563,-11 36-5362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9:02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1177 24575,'1'-15'0,"0"0"0,7-27 0,0-4 0,-5 23 0,1 1 0,1-1 0,1 1 0,1 0 0,1 0 0,0 1 0,2 0 0,1 0 0,24-35 0,111-137 0,-31 44 0,160-222 0,-235 319-1365,-4 12-5461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9:05.2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24575,'3'52'0,"13"77"0,-7-69 0,-8-47 0,1 0 0,1 0 0,0 0 0,0 0 0,1 0 0,1-1 0,0 1 0,1-1 0,8 12 0,6 11 0,-17-27 0,1-1 0,1 1 0,-1-1 0,1 0 0,1 0 0,6 7 0,-10-12 0,0-1 0,0 1 0,1-1 0,-1 1 0,0-1 0,1 0 0,-1 0 0,1 0 0,0 0 0,-1-1 0,1 1 0,-1-1 0,1 1 0,0-1 0,0 0 0,-1 0 0,1 0 0,0 0 0,-1-1 0,1 1 0,0-1 0,-1 0 0,1 1 0,3-3 0,9-3 0,1-1 0,-1-1 0,0-1 0,26-19 0,52-53 0,-41 35 0,16-9-1365,-9 11-5461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9:06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1 914 24575,'0'-9'0,"-1"-26"0,2 1 0,1-1 0,1 1 0,16-65 0,-2 39 0,38-110 0,-42 137 0,2 0 0,1 1 0,21-32 0,-19 37-136,1 1-1,2 0 1,0 1-1,2 1 1,0 2-1,2 0 1,0 1-1,2 2 0,38-22 1,-19 18-6690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9:09.2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24575,'5'6'0,"13"11"0,13 14 0,12 13 0,-1 8 0,3-3 0,-6-6 0,-11-5 0,2-8 0,-5 1 0,3-5 0,-2-12 0,5-8 0,-3-16 0,4-17 0,7-14 0,-2-11 0,-9 3-8191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9:13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0 698 24575,'0'-5'0,"0"-13"0,11-2 0,13-15 0,14-6 0,1-6 0,3-7 0,-5-3 0,2 7 0,-6 1 0,-8-1 0,2-2 0,-4-4 0,5 9 0,8 11 0,-2 3 0,4 5 0,-5 9-8191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9:15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1 127 24575,'12'-12'0,"0"1"0,1 0 0,1 0 0,0 1 0,0 1 0,1 0 0,0 1 0,0 1 0,1 0 0,0 1 0,0 1 0,1 1 0,0 0 0,23-2 0,-13 2 0,0 2 0,1 1 0,29 3 0,-48-1 0,0 0 0,-1 1 0,1 0 0,-1 0 0,1 1 0,-1 0 0,0 0 0,0 1 0,0 0 0,0 1 0,-1 0 0,0 0 0,11 10 0,-7-4 4,-1 1 0,-1 0 1,0 1-1,0 0 0,-1 0 0,-1 1 0,-1 0 0,11 28 0,-4 6-92,11 71 1,-5-21-1140,-7-42-5599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9:32.8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1 957 24575,'1'-9'0,"0"0"0,0 0 0,1 1 0,0-1 0,1 0 0,0 1 0,0 0 0,0 0 0,1 0 0,1 0 0,-1 0 0,2 1 0,-1 0 0,8-8 0,8-8 0,2 1 0,40-30 0,15-6 0,38-30 0,-98 72 0,-1 0 0,-1-1 0,0-1 0,15-23 0,62-117 0,-43 63 0,-5 9 0,10-6-1365,-26 47-5461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9:44.6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24575,'0'438'0,"0"-424"0,0 0 0,1 0 0,0 0 0,2 0 0,3 14 0,-5-23 0,1-1 0,0 1 0,0-1 0,0 1 0,1-1 0,-1 0 0,1 0 0,0 0 0,0 0 0,1 0 0,-1-1 0,1 0 0,-1 1 0,1-1 0,0-1 0,1 1 0,-1 0 0,5 1 0,5 1 0,0 0 0,1-1 0,-1-1 0,1 0 0,0-1 0,-1-1 0,1 0 0,0-1 0,0-1 0,0 0 0,-1-1 0,25-6 0,5-3 0,-1-3 0,75-34 0,-55 19-1365,-8 5-5461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9:48.2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1 157 24575,'0'-4'0,"0"1"0,0 0 0,0-1 0,0 1 0,1 0 0,0-1 0,0 1 0,0 0 0,0 0 0,0 0 0,0 0 0,4-5 0,-2 4 0,1 0 0,-1 0 0,1 1 0,0-1 0,1 1 0,-1 0 0,7-3 0,11-6 0,0 0 0,1 2 0,0 1 0,1 1 0,0 1 0,0 1 0,1 1 0,0 1 0,50-2 0,17 7 0,1 3 0,125 23 0,39 2 0,-227-27 60,44 9 0,-64-9-246,0 1 1,0 0-1,0 0 0,0 1 1,-1 1-1,1 0 1,15 10-1,3 9-6640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0T09:39:50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461 0 24575,'-3'3'0,"-1"0"0,1-1 0,0 1 0,0 0 0,0 1 0,0-1 0,1 0 0,-1 1 0,1 0 0,0 0 0,0-1 0,0 1 0,-2 8 0,-12 19 0,12-25 0,0-1 0,0-1 0,-1 1 0,0-1 0,1 1 0,-2-1 0,1-1 0,0 1 0,-1-1 0,-10 5 0,-6 1 0,-39 9 0,40-13 0,1 1 0,-23 10 0,30-9 0,0 0 0,0 0 0,0 1 0,1 1 0,1 0 0,-1 1 0,1 0 0,1 1 0,-17 21 0,22-24 0,0 0 0,0 0 0,1 1 0,0-1 0,1 1 0,0-1 0,0 1 0,1 0 0,0 0 0,1 1 0,0-1 0,0 0 0,1 0 0,0 1 0,1-1 0,0 0 0,2 10 0,3 6 13,2-1 0,1 0 0,1 0 0,1-1 0,0 0 0,2-1 1,1-1-1,20 25 0,22 21-713,66 60-1,-119-123 619,37 35-6744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6A837A7-3751-A3BE-27CE-129F6FD83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d-ID"/>
              <a:t>Klik untuk mengedit gaya judul Master</a:t>
            </a:r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AC8AA90D-E59F-0DCF-E061-70EBE952A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d-ID"/>
              <a:t>Klik untuk mengedit gaya subjudul Master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EAB13ED4-C652-7AE7-26B5-320C65FC2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93DF-6313-45B1-8896-23094888E056}" type="datetimeFigureOut">
              <a:rPr lang="id-ID" smtClean="0"/>
              <a:t>06/06/2026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6747ABCD-4CBA-BBB8-922E-5D56EDA62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E61A26F1-F975-025C-7D63-230614C20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717B-A8AF-45DA-BF9E-3B562F69B9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61500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D1835F69-F7EF-0CB8-89AB-F3DF8D1E0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92F3A9E1-CA5F-2D5C-486B-BA95343E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DEEA4B13-7683-7345-639C-5730BF6E2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93DF-6313-45B1-8896-23094888E056}" type="datetimeFigureOut">
              <a:rPr lang="id-ID" smtClean="0"/>
              <a:t>06/06/2026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A6044905-843E-6190-8AD3-A3D786157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6BA244EE-0EE4-C3C8-5665-47248B62A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717B-A8AF-45DA-BF9E-3B562F69B9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90576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1A731132-755F-8368-8E2C-0AA0DD8C4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E4E60C5D-594C-5E63-6C3D-CDB36DC0E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5C539115-9998-4ED1-1FB3-0D9B53183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93DF-6313-45B1-8896-23094888E056}" type="datetimeFigureOut">
              <a:rPr lang="id-ID" smtClean="0"/>
              <a:t>06/06/2026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FDC53FF5-6BB3-C2E0-774F-049420A3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51CAA986-7FE4-AAA2-C500-CB8981A75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717B-A8AF-45DA-BF9E-3B562F69B9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8323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848EDD40-4E4A-ECA8-009A-50D78FF74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54D081B7-83CD-20C2-DC21-86EA8A981F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78EAC209-0D56-8822-F302-B565AA2A9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11D61DF5-96E2-750E-9EB1-D6F906437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93DF-6313-45B1-8896-23094888E056}" type="datetimeFigureOut">
              <a:rPr lang="id-ID" smtClean="0"/>
              <a:t>06/06/2026</a:t>
            </a:fld>
            <a:endParaRPr lang="id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AA3B9C7A-B058-A5D6-06A6-D593580D0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53933487-18D4-6A8B-9C7E-D889429D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717B-A8AF-45DA-BF9E-3B562F69B9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91685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5C5F59E9-E51A-FEA1-B780-846E96F0A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07E60E1F-178C-6376-9136-8651417F4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E3F8DD44-7ED2-7092-83FE-D0B96BF8D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5" name="Tampungan Teks 4">
            <a:extLst>
              <a:ext uri="{FF2B5EF4-FFF2-40B4-BE49-F238E27FC236}">
                <a16:creationId xmlns:a16="http://schemas.microsoft.com/office/drawing/2014/main" id="{4AEB1E9B-D773-3A17-6382-D30FFD3ECA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Tampungan Konten 5">
            <a:extLst>
              <a:ext uri="{FF2B5EF4-FFF2-40B4-BE49-F238E27FC236}">
                <a16:creationId xmlns:a16="http://schemas.microsoft.com/office/drawing/2014/main" id="{CED6EEB1-7A26-032A-1CE9-EEAF9CB503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7" name="Tampungan Tanggal 6">
            <a:extLst>
              <a:ext uri="{FF2B5EF4-FFF2-40B4-BE49-F238E27FC236}">
                <a16:creationId xmlns:a16="http://schemas.microsoft.com/office/drawing/2014/main" id="{EC0EEBDC-5427-EBE0-1791-99991FD89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93DF-6313-45B1-8896-23094888E056}" type="datetimeFigureOut">
              <a:rPr lang="id-ID" smtClean="0"/>
              <a:t>06/06/2026</a:t>
            </a:fld>
            <a:endParaRPr lang="id-ID"/>
          </a:p>
        </p:txBody>
      </p:sp>
      <p:sp>
        <p:nvSpPr>
          <p:cNvPr id="8" name="Tampungan Kaki 7">
            <a:extLst>
              <a:ext uri="{FF2B5EF4-FFF2-40B4-BE49-F238E27FC236}">
                <a16:creationId xmlns:a16="http://schemas.microsoft.com/office/drawing/2014/main" id="{F34D53B9-F1F9-9362-76B0-BEE3703B7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Tampungan Nomor Slide 8">
            <a:extLst>
              <a:ext uri="{FF2B5EF4-FFF2-40B4-BE49-F238E27FC236}">
                <a16:creationId xmlns:a16="http://schemas.microsoft.com/office/drawing/2014/main" id="{B0B98FB9-46F9-DD1C-7623-ED95ACA9E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717B-A8AF-45DA-BF9E-3B562F69B9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33275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5ABB74CD-A08F-7211-E7CB-7CAB2A274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anggal 2">
            <a:extLst>
              <a:ext uri="{FF2B5EF4-FFF2-40B4-BE49-F238E27FC236}">
                <a16:creationId xmlns:a16="http://schemas.microsoft.com/office/drawing/2014/main" id="{75E84719-8DEA-0AF9-2007-12EC33598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93DF-6313-45B1-8896-23094888E056}" type="datetimeFigureOut">
              <a:rPr lang="id-ID" smtClean="0"/>
              <a:t>06/06/2026</a:t>
            </a:fld>
            <a:endParaRPr lang="id-ID"/>
          </a:p>
        </p:txBody>
      </p:sp>
      <p:sp>
        <p:nvSpPr>
          <p:cNvPr id="4" name="Tampungan Kaki 3">
            <a:extLst>
              <a:ext uri="{FF2B5EF4-FFF2-40B4-BE49-F238E27FC236}">
                <a16:creationId xmlns:a16="http://schemas.microsoft.com/office/drawing/2014/main" id="{2B7B1B1D-849B-8A53-0E0A-FEF4E392D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Tampungan Nomor Slide 4">
            <a:extLst>
              <a:ext uri="{FF2B5EF4-FFF2-40B4-BE49-F238E27FC236}">
                <a16:creationId xmlns:a16="http://schemas.microsoft.com/office/drawing/2014/main" id="{412BAE14-B2E8-252B-A24B-5BB829226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717B-A8AF-45DA-BF9E-3B562F69B9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92734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Tanggal 1">
            <a:extLst>
              <a:ext uri="{FF2B5EF4-FFF2-40B4-BE49-F238E27FC236}">
                <a16:creationId xmlns:a16="http://schemas.microsoft.com/office/drawing/2014/main" id="{21E4F068-2ED5-84CA-467D-E79C2DC61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93DF-6313-45B1-8896-23094888E056}" type="datetimeFigureOut">
              <a:rPr lang="id-ID" smtClean="0"/>
              <a:t>06/06/2026</a:t>
            </a:fld>
            <a:endParaRPr lang="id-ID"/>
          </a:p>
        </p:txBody>
      </p:sp>
      <p:sp>
        <p:nvSpPr>
          <p:cNvPr id="3" name="Tampungan Kaki 2">
            <a:extLst>
              <a:ext uri="{FF2B5EF4-FFF2-40B4-BE49-F238E27FC236}">
                <a16:creationId xmlns:a16="http://schemas.microsoft.com/office/drawing/2014/main" id="{B009768C-06B6-B802-29B2-C3E94F6A7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FA7CDD92-50ED-C02F-D67C-AED63124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717B-A8AF-45DA-BF9E-3B562F69B9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21024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E6E59C2A-5143-1D38-2123-43F292468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35C20906-0D9E-F932-0013-AA4B5D7F6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65B55444-F634-838E-E3D1-BB422ED5B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B7BF83E9-2800-FA28-7958-845DFF208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93DF-6313-45B1-8896-23094888E056}" type="datetimeFigureOut">
              <a:rPr lang="id-ID" smtClean="0"/>
              <a:t>06/06/2026</a:t>
            </a:fld>
            <a:endParaRPr lang="id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3DEB5662-D788-4F7C-852E-D27661B84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07D2CB26-8D14-7A92-483C-320B0EBBD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717B-A8AF-45DA-BF9E-3B562F69B9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37028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572DCC6-7586-D6FD-2674-78ECC006C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</a:p>
        </p:txBody>
      </p:sp>
      <p:sp>
        <p:nvSpPr>
          <p:cNvPr id="3" name="Tampungan Gambar 2">
            <a:extLst>
              <a:ext uri="{FF2B5EF4-FFF2-40B4-BE49-F238E27FC236}">
                <a16:creationId xmlns:a16="http://schemas.microsoft.com/office/drawing/2014/main" id="{58268A9C-8765-6099-3AED-F22B3B572B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EFD7B0D8-C5B6-4698-E099-F949F372F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428143B4-D1CD-E3EA-2496-5D8C206BB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93DF-6313-45B1-8896-23094888E056}" type="datetimeFigureOut">
              <a:rPr lang="id-ID" smtClean="0"/>
              <a:t>06/06/2026</a:t>
            </a:fld>
            <a:endParaRPr lang="id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CC358DD4-C95E-8397-BB38-6EF7319DB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A5E8CD9A-42E2-7E31-A615-0AD7C8495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717B-A8AF-45DA-BF9E-3B562F69B9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76519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2BBF281D-CB08-9D1B-B741-EB506FE26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EA521EFF-F328-9091-D703-7D3C8303F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A6A80A10-9D30-0550-9F15-C00173697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93DF-6313-45B1-8896-23094888E056}" type="datetimeFigureOut">
              <a:rPr lang="id-ID" smtClean="0"/>
              <a:t>06/06/2026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13604141-134E-F636-D406-AFBD6F25B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11B4D3DF-2A60-3EE9-C5A0-0F086F98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717B-A8AF-45DA-BF9E-3B562F69B9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2608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Vertikal 1">
            <a:extLst>
              <a:ext uri="{FF2B5EF4-FFF2-40B4-BE49-F238E27FC236}">
                <a16:creationId xmlns:a16="http://schemas.microsoft.com/office/drawing/2014/main" id="{4E203CE5-9C39-E923-1B33-948ABFE01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210E6F71-FB03-996E-4730-7656A3E89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285FB613-826A-BD62-5A2C-94DB9A4B9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93DF-6313-45B1-8896-23094888E056}" type="datetimeFigureOut">
              <a:rPr lang="id-ID" smtClean="0"/>
              <a:t>06/06/2026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8A9CC2EE-E02B-D8C5-0A80-C00343C5D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6ACA8A30-D560-0C68-3FC8-DE0813C42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717B-A8AF-45DA-BF9E-3B562F69B9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06654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Judul 1">
            <a:extLst>
              <a:ext uri="{FF2B5EF4-FFF2-40B4-BE49-F238E27FC236}">
                <a16:creationId xmlns:a16="http://schemas.microsoft.com/office/drawing/2014/main" id="{EDDA10D4-D6DA-09E4-3E9A-26116ADC8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67C690DF-248B-5E02-57A0-26B9C5C95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0A2B6DAB-EBB3-2029-C0C1-6C6F512438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493DF-6313-45B1-8896-23094888E056}" type="datetimeFigureOut">
              <a:rPr lang="id-ID" smtClean="0"/>
              <a:t>06/06/2026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D083911F-5D3D-CB80-0E37-AADE61263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6D8E10AB-A540-7459-9141-D4FF79639B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6717B-A8AF-45DA-BF9E-3B562F69B98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78546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openxmlformats.org/officeDocument/2006/relationships/customXml" Target="../ink/ink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14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.xml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customXml" Target="../ink/ink16.xml"/><Relationship Id="rId3" Type="http://schemas.openxmlformats.org/officeDocument/2006/relationships/image" Target="../media/image20.png"/><Relationship Id="rId7" Type="http://schemas.openxmlformats.org/officeDocument/2006/relationships/customXml" Target="../ink/ink13.xml"/><Relationship Id="rId12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2.xml"/><Relationship Id="rId11" Type="http://schemas.openxmlformats.org/officeDocument/2006/relationships/customXml" Target="../ink/ink15.xml"/><Relationship Id="rId5" Type="http://schemas.openxmlformats.org/officeDocument/2006/relationships/image" Target="../media/image21.png"/><Relationship Id="rId10" Type="http://schemas.openxmlformats.org/officeDocument/2006/relationships/image" Target="../media/image23.png"/><Relationship Id="rId4" Type="http://schemas.openxmlformats.org/officeDocument/2006/relationships/customXml" Target="../ink/ink11.xml"/><Relationship Id="rId9" Type="http://schemas.openxmlformats.org/officeDocument/2006/relationships/customXml" Target="../ink/ink14.xml"/><Relationship Id="rId1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8.xml"/><Relationship Id="rId5" Type="http://schemas.openxmlformats.org/officeDocument/2006/relationships/image" Target="../media/image27.png"/><Relationship Id="rId4" Type="http://schemas.openxmlformats.org/officeDocument/2006/relationships/customXml" Target="../ink/ink1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13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12" Type="http://schemas.openxmlformats.org/officeDocument/2006/relationships/customXml" Target="../ink/ink23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0.xml"/><Relationship Id="rId11" Type="http://schemas.openxmlformats.org/officeDocument/2006/relationships/image" Target="../media/image34.png"/><Relationship Id="rId5" Type="http://schemas.openxmlformats.org/officeDocument/2006/relationships/image" Target="../media/image31.png"/><Relationship Id="rId15" Type="http://schemas.openxmlformats.org/officeDocument/2006/relationships/image" Target="../media/image36.png"/><Relationship Id="rId10" Type="http://schemas.openxmlformats.org/officeDocument/2006/relationships/customXml" Target="../ink/ink22.xml"/><Relationship Id="rId4" Type="http://schemas.openxmlformats.org/officeDocument/2006/relationships/customXml" Target="../ink/ink19.xml"/><Relationship Id="rId9" Type="http://schemas.openxmlformats.org/officeDocument/2006/relationships/image" Target="../media/image33.png"/><Relationship Id="rId14" Type="http://schemas.openxmlformats.org/officeDocument/2006/relationships/customXml" Target="../ink/ink2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customXml" Target="../ink/ink25.xml"/><Relationship Id="rId7" Type="http://schemas.openxmlformats.org/officeDocument/2006/relationships/customXml" Target="../ink/ink27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customXml" Target="../ink/ink26.xml"/><Relationship Id="rId10" Type="http://schemas.openxmlformats.org/officeDocument/2006/relationships/image" Target="../media/image41.png"/><Relationship Id="rId4" Type="http://schemas.openxmlformats.org/officeDocument/2006/relationships/image" Target="../media/image38.png"/><Relationship Id="rId9" Type="http://schemas.openxmlformats.org/officeDocument/2006/relationships/customXml" Target="../ink/ink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1C266-5BA1-8DAD-908D-F043F48B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7516BBC-C0D1-8D0B-27E8-B5F551007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42656"/>
            <a:ext cx="9144000" cy="908277"/>
          </a:xfrm>
        </p:spPr>
        <p:txBody>
          <a:bodyPr>
            <a:normAutofit fontScale="90000"/>
          </a:bodyPr>
          <a:lstStyle/>
          <a:p>
            <a:r>
              <a:rPr lang="id-ID" b="1" dirty="0"/>
              <a:t>TUWEB 4</a:t>
            </a:r>
            <a:br>
              <a:rPr lang="id-ID" b="1" dirty="0"/>
            </a:br>
            <a:r>
              <a:rPr lang="id-ID" b="1" dirty="0"/>
              <a:t>REVIEW MATERI VUE.JS</a:t>
            </a:r>
            <a:br>
              <a:rPr lang="id-ID" b="1" dirty="0"/>
            </a:br>
            <a:r>
              <a:rPr lang="id-ID" b="1" dirty="0"/>
              <a:t>DAN DATABASE</a:t>
            </a:r>
          </a:p>
        </p:txBody>
      </p:sp>
      <p:sp>
        <p:nvSpPr>
          <p:cNvPr id="3" name="Persegi Panjang 2">
            <a:extLst>
              <a:ext uri="{FF2B5EF4-FFF2-40B4-BE49-F238E27FC236}">
                <a16:creationId xmlns:a16="http://schemas.microsoft.com/office/drawing/2014/main" id="{4751F2CF-678C-66B0-8D00-F1D47A7DD624}"/>
              </a:ext>
            </a:extLst>
          </p:cNvPr>
          <p:cNvSpPr/>
          <p:nvPr/>
        </p:nvSpPr>
        <p:spPr>
          <a:xfrm>
            <a:off x="1785257" y="424543"/>
            <a:ext cx="1643743" cy="2721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09029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9148F-918E-85A9-D11D-922E7FEB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EF1E3F90-69DC-44D3-8041-5F300E919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912" y="4262437"/>
            <a:ext cx="9590315" cy="908277"/>
          </a:xfrm>
        </p:spPr>
        <p:txBody>
          <a:bodyPr>
            <a:noAutofit/>
          </a:bodyPr>
          <a:lstStyle/>
          <a:p>
            <a:pPr algn="l"/>
            <a:r>
              <a:rPr lang="id-ID" sz="3600" b="1" dirty="0"/>
              <a:t>Apa Itu </a:t>
            </a:r>
            <a:r>
              <a:rPr lang="id-ID" sz="3600" b="1" dirty="0" err="1"/>
              <a:t>Database</a:t>
            </a:r>
            <a:r>
              <a:rPr lang="id-ID" sz="3600" b="1" dirty="0"/>
              <a:t> ...?</a:t>
            </a:r>
            <a:br>
              <a:rPr lang="id-ID" sz="3600" b="1" dirty="0"/>
            </a:br>
            <a:br>
              <a:rPr lang="id-ID" sz="3600" b="1" dirty="0"/>
            </a:br>
            <a:r>
              <a:rPr lang="id-ID" sz="3600" dirty="0" err="1"/>
              <a:t>Database</a:t>
            </a:r>
            <a:r>
              <a:rPr lang="id-ID" sz="3600" dirty="0"/>
              <a:t> merupakan </a:t>
            </a:r>
            <a:r>
              <a:rPr lang="id-ID" sz="3600" b="1" dirty="0">
                <a:solidFill>
                  <a:srgbClr val="FF0000"/>
                </a:solidFill>
              </a:rPr>
              <a:t>rangkaian</a:t>
            </a:r>
            <a:r>
              <a:rPr lang="id-ID" sz="3600" dirty="0"/>
              <a:t> </a:t>
            </a:r>
            <a:r>
              <a:rPr lang="id-ID" sz="3600" b="1" dirty="0">
                <a:solidFill>
                  <a:srgbClr val="FF0000"/>
                </a:solidFill>
              </a:rPr>
              <a:t>struktur informasi</a:t>
            </a:r>
            <a:r>
              <a:rPr lang="id-ID" sz="3600" dirty="0"/>
              <a:t> atau </a:t>
            </a:r>
            <a:r>
              <a:rPr lang="id-ID" sz="3600" b="1" dirty="0">
                <a:solidFill>
                  <a:srgbClr val="FF0000"/>
                </a:solidFill>
              </a:rPr>
              <a:t>data yang terorganisasi </a:t>
            </a:r>
            <a:r>
              <a:rPr lang="id-ID" sz="3600" dirty="0"/>
              <a:t>dan biasanya disimpan secara elektronik dalam sistem komputer.</a:t>
            </a:r>
            <a:br>
              <a:rPr lang="id-ID" sz="3600" dirty="0"/>
            </a:br>
            <a:endParaRPr lang="id-ID" sz="3600" dirty="0"/>
          </a:p>
        </p:txBody>
      </p:sp>
      <p:sp>
        <p:nvSpPr>
          <p:cNvPr id="4" name="Kotak Teks 3">
            <a:extLst>
              <a:ext uri="{FF2B5EF4-FFF2-40B4-BE49-F238E27FC236}">
                <a16:creationId xmlns:a16="http://schemas.microsoft.com/office/drawing/2014/main" id="{1063C221-1F1E-B9FA-9EC0-E0A10B1F473B}"/>
              </a:ext>
            </a:extLst>
          </p:cNvPr>
          <p:cNvSpPr txBox="1"/>
          <p:nvPr/>
        </p:nvSpPr>
        <p:spPr>
          <a:xfrm>
            <a:off x="2285999" y="4801382"/>
            <a:ext cx="8523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dirty="0"/>
              <a:t>Sumber: https://pustaka.ut.ac.id/reader/index.php?subfolder=MSIM4309/&amp;doc=M9.pdf</a:t>
            </a:r>
          </a:p>
        </p:txBody>
      </p:sp>
      <p:sp>
        <p:nvSpPr>
          <p:cNvPr id="6" name="Kotak Teks 5">
            <a:extLst>
              <a:ext uri="{FF2B5EF4-FFF2-40B4-BE49-F238E27FC236}">
                <a16:creationId xmlns:a16="http://schemas.microsoft.com/office/drawing/2014/main" id="{CA907892-E8F5-9498-23DD-C6F69D5F065C}"/>
              </a:ext>
            </a:extLst>
          </p:cNvPr>
          <p:cNvSpPr txBox="1"/>
          <p:nvPr/>
        </p:nvSpPr>
        <p:spPr>
          <a:xfrm>
            <a:off x="2285999" y="5170714"/>
            <a:ext cx="60941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BMP MSIM4309 – </a:t>
            </a:r>
            <a:r>
              <a:rPr lang="en-US" sz="1800" dirty="0" err="1">
                <a:solidFill>
                  <a:srgbClr val="FF0000"/>
                </a:solidFill>
              </a:rPr>
              <a:t>Pemrograman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Berbasis</a:t>
            </a:r>
            <a:r>
              <a:rPr lang="en-US" sz="1800" dirty="0">
                <a:solidFill>
                  <a:srgbClr val="FF0000"/>
                </a:solidFill>
              </a:rPr>
              <a:t> WEB </a:t>
            </a:r>
            <a:r>
              <a:rPr lang="en-US" sz="1800" dirty="0" err="1">
                <a:solidFill>
                  <a:srgbClr val="FF0000"/>
                </a:solidFill>
              </a:rPr>
              <a:t>modul</a:t>
            </a:r>
            <a:r>
              <a:rPr lang="en-US" sz="1800" dirty="0">
                <a:solidFill>
                  <a:srgbClr val="FF0000"/>
                </a:solidFill>
              </a:rPr>
              <a:t> 9 </a:t>
            </a:r>
            <a:r>
              <a:rPr lang="en-US" sz="1800" dirty="0" err="1">
                <a:solidFill>
                  <a:srgbClr val="FF0000"/>
                </a:solidFill>
              </a:rPr>
              <a:t>hal</a:t>
            </a:r>
            <a:r>
              <a:rPr lang="en-US" sz="1800" dirty="0">
                <a:solidFill>
                  <a:srgbClr val="FF0000"/>
                </a:solidFill>
              </a:rPr>
              <a:t> 9.4</a:t>
            </a:r>
          </a:p>
          <a:p>
            <a:pPr marL="0"/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3" name="Persegi Panjang 2">
            <a:extLst>
              <a:ext uri="{FF2B5EF4-FFF2-40B4-BE49-F238E27FC236}">
                <a16:creationId xmlns:a16="http://schemas.microsoft.com/office/drawing/2014/main" id="{33080D3A-26B3-64BC-E679-672DDEEFB494}"/>
              </a:ext>
            </a:extLst>
          </p:cNvPr>
          <p:cNvSpPr/>
          <p:nvPr/>
        </p:nvSpPr>
        <p:spPr>
          <a:xfrm>
            <a:off x="1785257" y="424543"/>
            <a:ext cx="1643743" cy="2721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02340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A0444-C227-C30E-0301-8E1501D8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13">
            <a:extLst>
              <a:ext uri="{FF2B5EF4-FFF2-40B4-BE49-F238E27FC236}">
                <a16:creationId xmlns:a16="http://schemas.microsoft.com/office/drawing/2014/main" id="{FB8E38C6-7815-6DAB-B71F-64380B9C6EEB}"/>
              </a:ext>
            </a:extLst>
          </p:cNvPr>
          <p:cNvSpPr txBox="1">
            <a:spLocks/>
          </p:cNvSpPr>
          <p:nvPr/>
        </p:nvSpPr>
        <p:spPr>
          <a:xfrm>
            <a:off x="2489443" y="2714602"/>
            <a:ext cx="4000567" cy="3488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err="1">
                <a:solidFill>
                  <a:schemeClr val="tx2"/>
                </a:solidFill>
              </a:rPr>
              <a:t>Sql</a:t>
            </a:r>
            <a:endParaRPr lang="en-US" sz="2000" b="1" dirty="0">
              <a:solidFill>
                <a:schemeClr val="tx2"/>
              </a:solidFill>
            </a:endParaRPr>
          </a:p>
          <a:p>
            <a:r>
              <a:rPr lang="en-US" sz="2000" b="1" dirty="0" err="1">
                <a:solidFill>
                  <a:schemeClr val="tx2"/>
                </a:solidFill>
              </a:rPr>
              <a:t>MySql</a:t>
            </a:r>
            <a:endParaRPr lang="en-US" sz="2000" b="1" dirty="0">
              <a:solidFill>
                <a:schemeClr val="tx2"/>
              </a:solidFill>
            </a:endParaRPr>
          </a:p>
          <a:p>
            <a:r>
              <a:rPr lang="en-US" sz="2000" b="1" dirty="0">
                <a:solidFill>
                  <a:schemeClr val="tx2"/>
                </a:solidFill>
              </a:rPr>
              <a:t>PHP</a:t>
            </a:r>
          </a:p>
          <a:p>
            <a:r>
              <a:rPr lang="en-US" sz="2000" b="1" dirty="0">
                <a:solidFill>
                  <a:schemeClr val="tx2"/>
                </a:solidFill>
              </a:rPr>
              <a:t>Apache web server</a:t>
            </a:r>
          </a:p>
          <a:p>
            <a:endParaRPr lang="en-US" sz="20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BMP MSIM4309 – </a:t>
            </a:r>
            <a:r>
              <a:rPr lang="en-US" sz="2000" dirty="0" err="1">
                <a:solidFill>
                  <a:srgbClr val="FF0000"/>
                </a:solidFill>
              </a:rPr>
              <a:t>Pemrograman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Berbasis</a:t>
            </a:r>
            <a:r>
              <a:rPr lang="en-US" sz="2000" dirty="0">
                <a:solidFill>
                  <a:srgbClr val="FF0000"/>
                </a:solidFill>
              </a:rPr>
              <a:t> WEB </a:t>
            </a:r>
            <a:r>
              <a:rPr lang="en-US" sz="2000" dirty="0" err="1">
                <a:solidFill>
                  <a:srgbClr val="FF0000"/>
                </a:solidFill>
              </a:rPr>
              <a:t>modul</a:t>
            </a:r>
            <a:r>
              <a:rPr lang="en-US" sz="2000" dirty="0">
                <a:solidFill>
                  <a:srgbClr val="FF0000"/>
                </a:solidFill>
              </a:rPr>
              <a:t> 9 </a:t>
            </a:r>
            <a:r>
              <a:rPr lang="en-US" sz="2000" dirty="0" err="1">
                <a:solidFill>
                  <a:srgbClr val="FF0000"/>
                </a:solidFill>
              </a:rPr>
              <a:t>hal</a:t>
            </a:r>
            <a:r>
              <a:rPr lang="en-US" sz="2000" dirty="0">
                <a:solidFill>
                  <a:srgbClr val="FF0000"/>
                </a:solidFill>
              </a:rPr>
              <a:t> 9.4</a:t>
            </a:r>
            <a:endParaRPr lang="en-US" sz="2000" dirty="0">
              <a:solidFill>
                <a:schemeClr val="tx2"/>
              </a:solidFill>
            </a:endParaRPr>
          </a:p>
          <a:p>
            <a:endParaRPr lang="en-US" sz="2000" dirty="0">
              <a:solidFill>
                <a:schemeClr val="tx2"/>
              </a:solidFill>
            </a:endParaRPr>
          </a:p>
          <a:p>
            <a:endParaRPr lang="en-US" sz="2000" dirty="0">
              <a:solidFill>
                <a:schemeClr val="tx2"/>
              </a:solidFill>
            </a:endParaRPr>
          </a:p>
          <a:p>
            <a:pPr marL="0"/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4E6F8BEE-544D-BC19-F5D4-4D4ADF2CE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031" y="2563775"/>
            <a:ext cx="5551839" cy="3342580"/>
          </a:xfrm>
          <a:prstGeom prst="rect">
            <a:avLst/>
          </a:prstGeom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6370C1A5-4439-D493-8944-1352501AD401}"/>
              </a:ext>
            </a:extLst>
          </p:cNvPr>
          <p:cNvSpPr txBox="1"/>
          <p:nvPr/>
        </p:nvSpPr>
        <p:spPr>
          <a:xfrm>
            <a:off x="2489443" y="1784194"/>
            <a:ext cx="7934508" cy="6705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Aplikasi</a:t>
            </a:r>
            <a:r>
              <a:rPr lang="en-US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yang </a:t>
            </a:r>
            <a:r>
              <a:rPr lang="en-US" sz="36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terkait</a:t>
            </a:r>
            <a:r>
              <a:rPr lang="en-US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dengan</a:t>
            </a:r>
            <a:r>
              <a:rPr lang="en-US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basis data</a:t>
            </a:r>
            <a:endParaRPr lang="en-US" sz="36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Persegi Panjang 1">
            <a:extLst>
              <a:ext uri="{FF2B5EF4-FFF2-40B4-BE49-F238E27FC236}">
                <a16:creationId xmlns:a16="http://schemas.microsoft.com/office/drawing/2014/main" id="{6EFB5322-3B6B-FF62-EDD5-A345FBF7FFDE}"/>
              </a:ext>
            </a:extLst>
          </p:cNvPr>
          <p:cNvSpPr/>
          <p:nvPr/>
        </p:nvSpPr>
        <p:spPr>
          <a:xfrm>
            <a:off x="1785257" y="424543"/>
            <a:ext cx="1643743" cy="2721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99933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8F148-5B12-1C58-E40F-2951D62C4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54DE93DB-FA5A-92F4-61E8-B550C517C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3483" y="2629580"/>
            <a:ext cx="9590315" cy="908277"/>
          </a:xfrm>
        </p:spPr>
        <p:txBody>
          <a:bodyPr>
            <a:noAutofit/>
          </a:bodyPr>
          <a:lstStyle/>
          <a:p>
            <a:pPr algn="l"/>
            <a:r>
              <a:rPr lang="id-ID" sz="3600" b="1" dirty="0" err="1"/>
              <a:t>Installasi</a:t>
            </a:r>
            <a:r>
              <a:rPr lang="id-ID" sz="3600" b="1" dirty="0"/>
              <a:t> </a:t>
            </a:r>
            <a:r>
              <a:rPr lang="id-ID" sz="3600" b="1" dirty="0" err="1"/>
              <a:t>phpmyadmin</a:t>
            </a:r>
            <a:r>
              <a:rPr lang="id-ID" sz="3600" b="1" dirty="0"/>
              <a:t> di </a:t>
            </a:r>
            <a:r>
              <a:rPr lang="id-ID" sz="3600" b="1" dirty="0" err="1"/>
              <a:t>Laragon</a:t>
            </a:r>
            <a:r>
              <a:rPr lang="id-ID" sz="3600" b="1" dirty="0"/>
              <a:t> ..?</a:t>
            </a:r>
            <a:br>
              <a:rPr lang="id-ID" sz="3600" b="1" dirty="0"/>
            </a:br>
            <a:br>
              <a:rPr lang="id-ID" sz="3600" b="1" dirty="0"/>
            </a:br>
            <a:endParaRPr lang="id-ID" sz="3600" dirty="0"/>
          </a:p>
        </p:txBody>
      </p:sp>
      <p:sp>
        <p:nvSpPr>
          <p:cNvPr id="7" name="Kotak Teks 6">
            <a:extLst>
              <a:ext uri="{FF2B5EF4-FFF2-40B4-BE49-F238E27FC236}">
                <a16:creationId xmlns:a16="http://schemas.microsoft.com/office/drawing/2014/main" id="{352829D4-5A27-5BC6-A617-C8AB3A28500C}"/>
              </a:ext>
            </a:extLst>
          </p:cNvPr>
          <p:cNvSpPr txBox="1"/>
          <p:nvPr/>
        </p:nvSpPr>
        <p:spPr>
          <a:xfrm>
            <a:off x="1774370" y="2629580"/>
            <a:ext cx="97318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dirty="0"/>
              <a:t>1. Download phpmyadmin di </a:t>
            </a:r>
            <a:r>
              <a:rPr lang="nn-NO" b="1" dirty="0">
                <a:solidFill>
                  <a:srgbClr val="002060"/>
                </a:solidFill>
              </a:rPr>
              <a:t>https://www.phpmyadmin.net/ </a:t>
            </a:r>
            <a:r>
              <a:rPr lang="nn-NO" dirty="0"/>
              <a:t>dan klik tombol Download di kanan atas halamannya </a:t>
            </a:r>
            <a:endParaRPr lang="id-ID" dirty="0"/>
          </a:p>
        </p:txBody>
      </p:sp>
      <p:pic>
        <p:nvPicPr>
          <p:cNvPr id="9" name="Gambar 8">
            <a:extLst>
              <a:ext uri="{FF2B5EF4-FFF2-40B4-BE49-F238E27FC236}">
                <a16:creationId xmlns:a16="http://schemas.microsoft.com/office/drawing/2014/main" id="{A4A4BB73-B932-9AEF-39A6-7E72E7AD9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2" y="3275911"/>
            <a:ext cx="7497500" cy="2673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Persegi Panjang 2">
            <a:extLst>
              <a:ext uri="{FF2B5EF4-FFF2-40B4-BE49-F238E27FC236}">
                <a16:creationId xmlns:a16="http://schemas.microsoft.com/office/drawing/2014/main" id="{AEE6CC17-F46F-CAF2-F804-E34655AE6C02}"/>
              </a:ext>
            </a:extLst>
          </p:cNvPr>
          <p:cNvSpPr/>
          <p:nvPr/>
        </p:nvSpPr>
        <p:spPr>
          <a:xfrm>
            <a:off x="1785257" y="424543"/>
            <a:ext cx="1643743" cy="2721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79796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EBE81-693C-FA6A-D6CB-104D00FA3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452CEB60-2E77-5CCB-5547-33BC6B569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3483" y="2629580"/>
            <a:ext cx="9590315" cy="908277"/>
          </a:xfrm>
        </p:spPr>
        <p:txBody>
          <a:bodyPr>
            <a:noAutofit/>
          </a:bodyPr>
          <a:lstStyle/>
          <a:p>
            <a:pPr algn="l"/>
            <a:r>
              <a:rPr lang="id-ID" sz="3600" b="1" dirty="0" err="1"/>
              <a:t>Installasi</a:t>
            </a:r>
            <a:r>
              <a:rPr lang="id-ID" sz="3600" b="1" dirty="0"/>
              <a:t> </a:t>
            </a:r>
            <a:r>
              <a:rPr lang="id-ID" sz="3600" b="1" dirty="0" err="1"/>
              <a:t>phpmyadmin</a:t>
            </a:r>
            <a:r>
              <a:rPr lang="id-ID" sz="3600" b="1" dirty="0"/>
              <a:t> di </a:t>
            </a:r>
            <a:r>
              <a:rPr lang="id-ID" sz="3600" b="1" dirty="0" err="1"/>
              <a:t>Laragon</a:t>
            </a:r>
            <a:r>
              <a:rPr lang="id-ID" sz="3600" b="1" dirty="0"/>
              <a:t> ..?</a:t>
            </a:r>
            <a:br>
              <a:rPr lang="id-ID" sz="3600" b="1" dirty="0"/>
            </a:br>
            <a:br>
              <a:rPr lang="id-ID" sz="3600" b="1" dirty="0"/>
            </a:br>
            <a:endParaRPr lang="id-ID" sz="3600" dirty="0"/>
          </a:p>
        </p:txBody>
      </p:sp>
      <p:sp>
        <p:nvSpPr>
          <p:cNvPr id="7" name="Kotak Teks 6">
            <a:extLst>
              <a:ext uri="{FF2B5EF4-FFF2-40B4-BE49-F238E27FC236}">
                <a16:creationId xmlns:a16="http://schemas.microsoft.com/office/drawing/2014/main" id="{3BCCD176-C264-9FE4-BFA8-C16CB6042009}"/>
              </a:ext>
            </a:extLst>
          </p:cNvPr>
          <p:cNvSpPr txBox="1"/>
          <p:nvPr/>
        </p:nvSpPr>
        <p:spPr>
          <a:xfrm>
            <a:off x="1774370" y="2629580"/>
            <a:ext cx="9731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2. Extract file ke folder laragon/etc/apps</a:t>
            </a:r>
            <a:endParaRPr lang="id-ID" dirty="0"/>
          </a:p>
        </p:txBody>
      </p:sp>
      <p:pic>
        <p:nvPicPr>
          <p:cNvPr id="4" name="Gambar 3">
            <a:extLst>
              <a:ext uri="{FF2B5EF4-FFF2-40B4-BE49-F238E27FC236}">
                <a16:creationId xmlns:a16="http://schemas.microsoft.com/office/drawing/2014/main" id="{E8A4CBE3-F910-EB13-72E4-31D91FD71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457" y="3217249"/>
            <a:ext cx="8806541" cy="2167902"/>
          </a:xfrm>
          <a:prstGeom prst="rect">
            <a:avLst/>
          </a:prstGeom>
        </p:spPr>
      </p:pic>
      <p:sp>
        <p:nvSpPr>
          <p:cNvPr id="3" name="Persegi Panjang 2">
            <a:extLst>
              <a:ext uri="{FF2B5EF4-FFF2-40B4-BE49-F238E27FC236}">
                <a16:creationId xmlns:a16="http://schemas.microsoft.com/office/drawing/2014/main" id="{5A68702C-2D05-1206-5710-258F5FE2F561}"/>
              </a:ext>
            </a:extLst>
          </p:cNvPr>
          <p:cNvSpPr/>
          <p:nvPr/>
        </p:nvSpPr>
        <p:spPr>
          <a:xfrm>
            <a:off x="1785257" y="424543"/>
            <a:ext cx="1643743" cy="2721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73592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76C25-19FC-78D0-8B07-547F3FD0E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22DAD0EE-5E1E-37D1-F1ED-D2BA53F59E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3483" y="2629580"/>
            <a:ext cx="9590315" cy="908277"/>
          </a:xfrm>
        </p:spPr>
        <p:txBody>
          <a:bodyPr>
            <a:noAutofit/>
          </a:bodyPr>
          <a:lstStyle/>
          <a:p>
            <a:pPr algn="l"/>
            <a:r>
              <a:rPr lang="id-ID" sz="3600" b="1" dirty="0" err="1"/>
              <a:t>Installasi</a:t>
            </a:r>
            <a:r>
              <a:rPr lang="id-ID" sz="3600" b="1" dirty="0"/>
              <a:t> </a:t>
            </a:r>
            <a:r>
              <a:rPr lang="id-ID" sz="3600" b="1" dirty="0" err="1"/>
              <a:t>phpmyadmin</a:t>
            </a:r>
            <a:r>
              <a:rPr lang="id-ID" sz="3600" b="1" dirty="0"/>
              <a:t> di </a:t>
            </a:r>
            <a:r>
              <a:rPr lang="id-ID" sz="3600" b="1" dirty="0" err="1"/>
              <a:t>Laragon</a:t>
            </a:r>
            <a:r>
              <a:rPr lang="id-ID" sz="3600" b="1" dirty="0"/>
              <a:t> ..?</a:t>
            </a:r>
            <a:br>
              <a:rPr lang="id-ID" sz="3600" b="1" dirty="0"/>
            </a:br>
            <a:br>
              <a:rPr lang="id-ID" sz="3600" b="1" dirty="0"/>
            </a:br>
            <a:endParaRPr lang="id-ID" sz="3600" dirty="0"/>
          </a:p>
        </p:txBody>
      </p:sp>
      <p:sp>
        <p:nvSpPr>
          <p:cNvPr id="5" name="Kotak Teks 4">
            <a:extLst>
              <a:ext uri="{FF2B5EF4-FFF2-40B4-BE49-F238E27FC236}">
                <a16:creationId xmlns:a16="http://schemas.microsoft.com/office/drawing/2014/main" id="{9ED66E3D-7B19-FF2E-F0DF-1082372747AB}"/>
              </a:ext>
            </a:extLst>
          </p:cNvPr>
          <p:cNvSpPr txBox="1"/>
          <p:nvPr/>
        </p:nvSpPr>
        <p:spPr>
          <a:xfrm>
            <a:off x="1763483" y="2880249"/>
            <a:ext cx="96665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dirty="0"/>
              <a:t>3. Ganti nama folder menjadi </a:t>
            </a:r>
            <a:r>
              <a:rPr lang="id-ID" dirty="0" err="1"/>
              <a:t>phpmyadmin</a:t>
            </a:r>
            <a:r>
              <a:rPr lang="id-ID" dirty="0"/>
              <a:t> dan </a:t>
            </a:r>
            <a:r>
              <a:rPr lang="id-ID" dirty="0" err="1"/>
              <a:t>restart</a:t>
            </a:r>
            <a:r>
              <a:rPr lang="id-ID" dirty="0"/>
              <a:t> </a:t>
            </a:r>
            <a:r>
              <a:rPr lang="id-ID" dirty="0" err="1"/>
              <a:t>Laragon</a:t>
            </a:r>
            <a:r>
              <a:rPr lang="id-ID" dirty="0"/>
              <a:t> Anda </a:t>
            </a:r>
          </a:p>
          <a:p>
            <a:endParaRPr lang="id-ID" dirty="0"/>
          </a:p>
          <a:p>
            <a:r>
              <a:rPr lang="id-ID" dirty="0"/>
              <a:t>4. </a:t>
            </a:r>
            <a:r>
              <a:rPr lang="id-ID" dirty="0" err="1"/>
              <a:t>Silahkan</a:t>
            </a:r>
            <a:r>
              <a:rPr lang="id-ID" dirty="0"/>
              <a:t> buka browser dan akses ke alamat https://localhost/phpmyadmin </a:t>
            </a:r>
          </a:p>
        </p:txBody>
      </p:sp>
      <p:pic>
        <p:nvPicPr>
          <p:cNvPr id="8" name="Gambar 7">
            <a:extLst>
              <a:ext uri="{FF2B5EF4-FFF2-40B4-BE49-F238E27FC236}">
                <a16:creationId xmlns:a16="http://schemas.microsoft.com/office/drawing/2014/main" id="{02E340DC-2333-095B-62E1-BA0415D6A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429" y="3925060"/>
            <a:ext cx="5001380" cy="2568423"/>
          </a:xfrm>
          <a:prstGeom prst="rect">
            <a:avLst/>
          </a:prstGeom>
        </p:spPr>
      </p:pic>
      <p:sp>
        <p:nvSpPr>
          <p:cNvPr id="3" name="Persegi Panjang 2">
            <a:extLst>
              <a:ext uri="{FF2B5EF4-FFF2-40B4-BE49-F238E27FC236}">
                <a16:creationId xmlns:a16="http://schemas.microsoft.com/office/drawing/2014/main" id="{7CA60DE3-55E7-3F9D-43EA-5E1DD91EBA96}"/>
              </a:ext>
            </a:extLst>
          </p:cNvPr>
          <p:cNvSpPr/>
          <p:nvPr/>
        </p:nvSpPr>
        <p:spPr>
          <a:xfrm>
            <a:off x="1785257" y="424543"/>
            <a:ext cx="1643743" cy="2721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55645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E42CB-303E-C81C-6987-4A8B3029A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926EDB72-22A1-E68A-5EFE-85088CA6C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3483" y="2629580"/>
            <a:ext cx="9590315" cy="908277"/>
          </a:xfrm>
        </p:spPr>
        <p:txBody>
          <a:bodyPr>
            <a:noAutofit/>
          </a:bodyPr>
          <a:lstStyle/>
          <a:p>
            <a:pPr algn="l"/>
            <a:r>
              <a:rPr lang="id-ID" sz="3600" b="1" dirty="0"/>
              <a:t>Contoh Studi Kasus:</a:t>
            </a:r>
            <a:br>
              <a:rPr lang="id-ID" sz="3600" b="1" dirty="0"/>
            </a:br>
            <a:br>
              <a:rPr lang="id-ID" sz="3600" b="1" dirty="0"/>
            </a:br>
            <a:endParaRPr lang="id-ID" sz="3600" dirty="0"/>
          </a:p>
        </p:txBody>
      </p:sp>
      <p:pic>
        <p:nvPicPr>
          <p:cNvPr id="4" name="Gambar 3">
            <a:extLst>
              <a:ext uri="{FF2B5EF4-FFF2-40B4-BE49-F238E27FC236}">
                <a16:creationId xmlns:a16="http://schemas.microsoft.com/office/drawing/2014/main" id="{F71B5643-8703-1B0B-74C9-0F8163380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59" y="3131255"/>
            <a:ext cx="5848651" cy="2292468"/>
          </a:xfrm>
          <a:prstGeom prst="rect">
            <a:avLst/>
          </a:prstGeom>
        </p:spPr>
      </p:pic>
      <p:pic>
        <p:nvPicPr>
          <p:cNvPr id="7" name="Gambar 6">
            <a:extLst>
              <a:ext uri="{FF2B5EF4-FFF2-40B4-BE49-F238E27FC236}">
                <a16:creationId xmlns:a16="http://schemas.microsoft.com/office/drawing/2014/main" id="{2F659D48-B271-7298-1112-956462DD5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91" y="2629580"/>
            <a:ext cx="5435879" cy="3295819"/>
          </a:xfrm>
          <a:prstGeom prst="rect">
            <a:avLst/>
          </a:prstGeom>
        </p:spPr>
      </p:pic>
      <p:sp>
        <p:nvSpPr>
          <p:cNvPr id="3" name="Persegi Panjang 2">
            <a:extLst>
              <a:ext uri="{FF2B5EF4-FFF2-40B4-BE49-F238E27FC236}">
                <a16:creationId xmlns:a16="http://schemas.microsoft.com/office/drawing/2014/main" id="{C7A3B27B-5636-EDC1-1897-A26EB46D05C5}"/>
              </a:ext>
            </a:extLst>
          </p:cNvPr>
          <p:cNvSpPr/>
          <p:nvPr/>
        </p:nvSpPr>
        <p:spPr>
          <a:xfrm>
            <a:off x="1785257" y="424543"/>
            <a:ext cx="1643743" cy="2721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22289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36D1E-EF7F-3FC4-A29F-5CC390E7E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D3AEBFD-DB4E-0144-0A90-9DB01DE9B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3483" y="2629580"/>
            <a:ext cx="9590315" cy="908277"/>
          </a:xfrm>
        </p:spPr>
        <p:txBody>
          <a:bodyPr>
            <a:noAutofit/>
          </a:bodyPr>
          <a:lstStyle/>
          <a:p>
            <a:pPr algn="l"/>
            <a:r>
              <a:rPr lang="id-ID" sz="3600" b="1" dirty="0"/>
              <a:t>Langkah Penyelesaian:</a:t>
            </a:r>
            <a:br>
              <a:rPr lang="id-ID" sz="3600" b="1" dirty="0"/>
            </a:br>
            <a:br>
              <a:rPr lang="id-ID" sz="3600" b="1" dirty="0"/>
            </a:br>
            <a:endParaRPr lang="id-ID" sz="3600" dirty="0"/>
          </a:p>
        </p:txBody>
      </p:sp>
      <p:pic>
        <p:nvPicPr>
          <p:cNvPr id="4" name="Gambar 3">
            <a:extLst>
              <a:ext uri="{FF2B5EF4-FFF2-40B4-BE49-F238E27FC236}">
                <a16:creationId xmlns:a16="http://schemas.microsoft.com/office/drawing/2014/main" id="{E9ABE5AF-3587-343B-7140-DCA9E02DE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59" y="3131255"/>
            <a:ext cx="5848651" cy="2292468"/>
          </a:xfrm>
          <a:prstGeom prst="rect">
            <a:avLst/>
          </a:prstGeom>
        </p:spPr>
      </p:pic>
      <p:pic>
        <p:nvPicPr>
          <p:cNvPr id="5" name="Gambar 4">
            <a:extLst>
              <a:ext uri="{FF2B5EF4-FFF2-40B4-BE49-F238E27FC236}">
                <a16:creationId xmlns:a16="http://schemas.microsoft.com/office/drawing/2014/main" id="{773FFC76-E8B7-D156-427E-DF19AB9F7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08514"/>
            <a:ext cx="5679144" cy="2932949"/>
          </a:xfrm>
          <a:prstGeom prst="rect">
            <a:avLst/>
          </a:prstGeom>
        </p:spPr>
      </p:pic>
      <p:grpSp>
        <p:nvGrpSpPr>
          <p:cNvPr id="9" name="Grup 8">
            <a:extLst>
              <a:ext uri="{FF2B5EF4-FFF2-40B4-BE49-F238E27FC236}">
                <a16:creationId xmlns:a16="http://schemas.microsoft.com/office/drawing/2014/main" id="{4DCB8A50-876E-90D1-FFE2-E8B5A62C2F97}"/>
              </a:ext>
            </a:extLst>
          </p:cNvPr>
          <p:cNvGrpSpPr/>
          <p:nvPr/>
        </p:nvGrpSpPr>
        <p:grpSpPr>
          <a:xfrm>
            <a:off x="7160346" y="3225247"/>
            <a:ext cx="178200" cy="123120"/>
            <a:chOff x="7160346" y="3225247"/>
            <a:chExt cx="178200" cy="1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6E2823AD-4A4E-BF1F-C2F2-DC8418CFE450}"/>
                    </a:ext>
                  </a:extLst>
                </p14:cNvPr>
                <p14:cNvContentPartPr/>
                <p14:nvPr/>
              </p14:nvContentPartPr>
              <p14:xfrm>
                <a:off x="7160346" y="3264847"/>
                <a:ext cx="139680" cy="8352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6E2823AD-4A4E-BF1F-C2F2-DC8418CFE45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54226" y="3258727"/>
                  <a:ext cx="1519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A7DB9D93-AA15-B31D-67C7-FD8C585E7CC7}"/>
                    </a:ext>
                  </a:extLst>
                </p14:cNvPr>
                <p14:cNvContentPartPr/>
                <p14:nvPr/>
              </p14:nvContentPartPr>
              <p14:xfrm>
                <a:off x="7237746" y="3225247"/>
                <a:ext cx="100800" cy="8316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A7DB9D93-AA15-B31D-67C7-FD8C585E7CC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231626" y="3219127"/>
                  <a:ext cx="11304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up 11">
            <a:extLst>
              <a:ext uri="{FF2B5EF4-FFF2-40B4-BE49-F238E27FC236}">
                <a16:creationId xmlns:a16="http://schemas.microsoft.com/office/drawing/2014/main" id="{3D7FEB76-00A2-E6AE-BFF3-B5EC4799FDA7}"/>
              </a:ext>
            </a:extLst>
          </p:cNvPr>
          <p:cNvGrpSpPr/>
          <p:nvPr/>
        </p:nvGrpSpPr>
        <p:grpSpPr>
          <a:xfrm>
            <a:off x="8092026" y="3673087"/>
            <a:ext cx="292320" cy="245520"/>
            <a:chOff x="8092026" y="3673087"/>
            <a:chExt cx="292320" cy="24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80BA86E7-4CDF-2E57-DA2D-6B6E61C07A06}"/>
                    </a:ext>
                  </a:extLst>
                </p14:cNvPr>
                <p14:cNvContentPartPr/>
                <p14:nvPr/>
              </p14:nvContentPartPr>
              <p14:xfrm>
                <a:off x="8128746" y="3673087"/>
                <a:ext cx="255600" cy="20772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80BA86E7-4CDF-2E57-DA2D-6B6E61C07A0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22626" y="3666967"/>
                  <a:ext cx="2678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05AB4B42-647E-152D-0C2F-1A6E97960781}"/>
                    </a:ext>
                  </a:extLst>
                </p14:cNvPr>
                <p14:cNvContentPartPr/>
                <p14:nvPr/>
              </p14:nvContentPartPr>
              <p14:xfrm>
                <a:off x="8092026" y="3780367"/>
                <a:ext cx="122400" cy="13824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05AB4B42-647E-152D-0C2F-1A6E9796078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85906" y="3774247"/>
                  <a:ext cx="13464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up 14">
            <a:extLst>
              <a:ext uri="{FF2B5EF4-FFF2-40B4-BE49-F238E27FC236}">
                <a16:creationId xmlns:a16="http://schemas.microsoft.com/office/drawing/2014/main" id="{8D72694F-B808-94A5-4AE2-6D7D56C2890B}"/>
              </a:ext>
            </a:extLst>
          </p:cNvPr>
          <p:cNvGrpSpPr/>
          <p:nvPr/>
        </p:nvGrpSpPr>
        <p:grpSpPr>
          <a:xfrm>
            <a:off x="9671346" y="3691447"/>
            <a:ext cx="208080" cy="237240"/>
            <a:chOff x="9671346" y="3691447"/>
            <a:chExt cx="208080" cy="23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5066274D-C71E-67A7-98D5-7CA7D571CF77}"/>
                    </a:ext>
                  </a:extLst>
                </p14:cNvPr>
                <p14:cNvContentPartPr/>
                <p14:nvPr/>
              </p14:nvContentPartPr>
              <p14:xfrm>
                <a:off x="9671346" y="3691447"/>
                <a:ext cx="208080" cy="19368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5066274D-C71E-67A7-98D5-7CA7D571CF7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65226" y="3685327"/>
                  <a:ext cx="2203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426EB3FD-3606-1A52-B345-293B480EC357}"/>
                    </a:ext>
                  </a:extLst>
                </p14:cNvPr>
                <p14:cNvContentPartPr/>
                <p14:nvPr/>
              </p14:nvContentPartPr>
              <p14:xfrm>
                <a:off x="9673506" y="3812047"/>
                <a:ext cx="84960" cy="11664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426EB3FD-3606-1A52-B345-293B480EC35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667386" y="3805927"/>
                  <a:ext cx="97200" cy="128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" name="Persegi Panjang 2">
            <a:extLst>
              <a:ext uri="{FF2B5EF4-FFF2-40B4-BE49-F238E27FC236}">
                <a16:creationId xmlns:a16="http://schemas.microsoft.com/office/drawing/2014/main" id="{C9CF0465-7F56-B249-4E4C-D96FEEF1840E}"/>
              </a:ext>
            </a:extLst>
          </p:cNvPr>
          <p:cNvSpPr/>
          <p:nvPr/>
        </p:nvSpPr>
        <p:spPr>
          <a:xfrm>
            <a:off x="1785257" y="424543"/>
            <a:ext cx="1643743" cy="2721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93279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4E164-9F7B-1CEC-79EA-AC72A8A75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87981414-42D7-F12F-C336-869DD2E8F2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3483" y="2629580"/>
            <a:ext cx="9590315" cy="908277"/>
          </a:xfrm>
        </p:spPr>
        <p:txBody>
          <a:bodyPr>
            <a:noAutofit/>
          </a:bodyPr>
          <a:lstStyle/>
          <a:p>
            <a:pPr algn="l"/>
            <a:r>
              <a:rPr lang="id-ID" sz="3600" b="1" dirty="0"/>
              <a:t>Langkah Penyelesaian:</a:t>
            </a:r>
            <a:br>
              <a:rPr lang="id-ID" sz="3600" b="1" dirty="0"/>
            </a:br>
            <a:br>
              <a:rPr lang="id-ID" sz="3600" b="1" dirty="0"/>
            </a:br>
            <a:endParaRPr lang="id-ID" sz="3600" dirty="0"/>
          </a:p>
        </p:txBody>
      </p:sp>
      <p:pic>
        <p:nvPicPr>
          <p:cNvPr id="4" name="Gambar 3">
            <a:extLst>
              <a:ext uri="{FF2B5EF4-FFF2-40B4-BE49-F238E27FC236}">
                <a16:creationId xmlns:a16="http://schemas.microsoft.com/office/drawing/2014/main" id="{FA035582-1867-3335-5FF9-2F51F92FE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59" y="3131255"/>
            <a:ext cx="5848651" cy="2292468"/>
          </a:xfrm>
          <a:prstGeom prst="rect">
            <a:avLst/>
          </a:prstGeom>
        </p:spPr>
      </p:pic>
      <p:pic>
        <p:nvPicPr>
          <p:cNvPr id="7" name="Gambar 6">
            <a:extLst>
              <a:ext uri="{FF2B5EF4-FFF2-40B4-BE49-F238E27FC236}">
                <a16:creationId xmlns:a16="http://schemas.microsoft.com/office/drawing/2014/main" id="{A0CAE930-6133-3189-AB87-7549942E5F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705486"/>
            <a:ext cx="5667589" cy="2903577"/>
          </a:xfrm>
          <a:prstGeom prst="rect">
            <a:avLst/>
          </a:prstGeom>
        </p:spPr>
      </p:pic>
      <p:grpSp>
        <p:nvGrpSpPr>
          <p:cNvPr id="27" name="Grup 26">
            <a:extLst>
              <a:ext uri="{FF2B5EF4-FFF2-40B4-BE49-F238E27FC236}">
                <a16:creationId xmlns:a16="http://schemas.microsoft.com/office/drawing/2014/main" id="{732189C0-3993-6C62-340C-DD9C2B98B695}"/>
              </a:ext>
            </a:extLst>
          </p:cNvPr>
          <p:cNvGrpSpPr/>
          <p:nvPr/>
        </p:nvGrpSpPr>
        <p:grpSpPr>
          <a:xfrm>
            <a:off x="7772110" y="3513064"/>
            <a:ext cx="312120" cy="337320"/>
            <a:chOff x="7772110" y="3513064"/>
            <a:chExt cx="312120" cy="33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E72D3FFF-E4D5-8064-3BA0-17C1C7604B49}"/>
                    </a:ext>
                  </a:extLst>
                </p14:cNvPr>
                <p14:cNvContentPartPr/>
                <p14:nvPr/>
              </p14:nvContentPartPr>
              <p14:xfrm>
                <a:off x="7816750" y="3513064"/>
                <a:ext cx="267480" cy="25596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E72D3FFF-E4D5-8064-3BA0-17C1C7604B4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10630" y="3506944"/>
                  <a:ext cx="2797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EA55D034-AD1B-2941-2321-9BD6DA465E43}"/>
                    </a:ext>
                  </a:extLst>
                </p14:cNvPr>
                <p14:cNvContentPartPr/>
                <p14:nvPr/>
              </p14:nvContentPartPr>
              <p14:xfrm>
                <a:off x="7772110" y="3668944"/>
                <a:ext cx="207360" cy="18144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EA55D034-AD1B-2941-2321-9BD6DA465E4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65990" y="3662824"/>
                  <a:ext cx="21960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up 29">
            <a:extLst>
              <a:ext uri="{FF2B5EF4-FFF2-40B4-BE49-F238E27FC236}">
                <a16:creationId xmlns:a16="http://schemas.microsoft.com/office/drawing/2014/main" id="{4FB199F4-4D07-BED2-BF88-28C1E11DEEED}"/>
              </a:ext>
            </a:extLst>
          </p:cNvPr>
          <p:cNvGrpSpPr/>
          <p:nvPr/>
        </p:nvGrpSpPr>
        <p:grpSpPr>
          <a:xfrm>
            <a:off x="9199510" y="3501184"/>
            <a:ext cx="301680" cy="289800"/>
            <a:chOff x="9199510" y="3501184"/>
            <a:chExt cx="301680" cy="28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E6077C01-BF3A-2FD7-C9F6-6C4298117D15}"/>
                    </a:ext>
                  </a:extLst>
                </p14:cNvPr>
                <p14:cNvContentPartPr/>
                <p14:nvPr/>
              </p14:nvContentPartPr>
              <p14:xfrm>
                <a:off x="9299950" y="3501184"/>
                <a:ext cx="201240" cy="24588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E6077C01-BF3A-2FD7-C9F6-6C4298117D1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293830" y="3495064"/>
                  <a:ext cx="2134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8BC7354E-5E88-AA1E-0D45-3B827D2C98F4}"/>
                    </a:ext>
                  </a:extLst>
                </p14:cNvPr>
                <p14:cNvContentPartPr/>
                <p14:nvPr/>
              </p14:nvContentPartPr>
              <p14:xfrm>
                <a:off x="9199510" y="3646264"/>
                <a:ext cx="220320" cy="14472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8BC7354E-5E88-AA1E-0D45-3B827D2C98F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93390" y="3640144"/>
                  <a:ext cx="232560" cy="156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" name="Persegi Panjang 2">
            <a:extLst>
              <a:ext uri="{FF2B5EF4-FFF2-40B4-BE49-F238E27FC236}">
                <a16:creationId xmlns:a16="http://schemas.microsoft.com/office/drawing/2014/main" id="{10357A3F-E2C8-74CA-78DF-A61BAE1A2F3C}"/>
              </a:ext>
            </a:extLst>
          </p:cNvPr>
          <p:cNvSpPr/>
          <p:nvPr/>
        </p:nvSpPr>
        <p:spPr>
          <a:xfrm>
            <a:off x="1785257" y="424543"/>
            <a:ext cx="1643743" cy="2721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46282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E7CB4-7451-65A2-4C94-88FAE2079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8CA3D693-C557-A1EE-3BCE-B93B026F6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3483" y="2629580"/>
            <a:ext cx="9590315" cy="908277"/>
          </a:xfrm>
        </p:spPr>
        <p:txBody>
          <a:bodyPr>
            <a:noAutofit/>
          </a:bodyPr>
          <a:lstStyle/>
          <a:p>
            <a:pPr algn="l"/>
            <a:r>
              <a:rPr lang="id-ID" sz="3600" b="1" dirty="0"/>
              <a:t>Langkah Penyelesaian:</a:t>
            </a:r>
            <a:br>
              <a:rPr lang="id-ID" sz="3600" b="1" dirty="0"/>
            </a:br>
            <a:br>
              <a:rPr lang="id-ID" sz="3600" b="1" dirty="0"/>
            </a:br>
            <a:endParaRPr lang="id-ID" sz="3600" dirty="0"/>
          </a:p>
        </p:txBody>
      </p:sp>
      <p:pic>
        <p:nvPicPr>
          <p:cNvPr id="4" name="Gambar 3">
            <a:extLst>
              <a:ext uri="{FF2B5EF4-FFF2-40B4-BE49-F238E27FC236}">
                <a16:creationId xmlns:a16="http://schemas.microsoft.com/office/drawing/2014/main" id="{2C617E20-49BB-C3C1-0FF1-97EDB2555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59" y="3131255"/>
            <a:ext cx="5848651" cy="2292468"/>
          </a:xfrm>
          <a:prstGeom prst="rect">
            <a:avLst/>
          </a:prstGeom>
        </p:spPr>
      </p:pic>
      <p:pic>
        <p:nvPicPr>
          <p:cNvPr id="8" name="Gambar 7">
            <a:extLst>
              <a:ext uri="{FF2B5EF4-FFF2-40B4-BE49-F238E27FC236}">
                <a16:creationId xmlns:a16="http://schemas.microsoft.com/office/drawing/2014/main" id="{EC1760CE-F3D7-45EE-53A5-B073D2A62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15247"/>
            <a:ext cx="5692324" cy="29106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164DFE7E-5921-3665-D1F6-839DEFDB96FD}"/>
                  </a:ext>
                </a:extLst>
              </p14:cNvPr>
              <p14:cNvContentPartPr/>
              <p14:nvPr/>
            </p14:nvContentPartPr>
            <p14:xfrm>
              <a:off x="7533342" y="4289579"/>
              <a:ext cx="360" cy="36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164DFE7E-5921-3665-D1F6-839DEFDB96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27222" y="428345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D91571E0-54D7-84D4-923A-D67C1FE53E7F}"/>
                  </a:ext>
                </a:extLst>
              </p14:cNvPr>
              <p14:cNvContentPartPr/>
              <p14:nvPr/>
            </p14:nvContentPartPr>
            <p14:xfrm>
              <a:off x="14685910" y="736024"/>
              <a:ext cx="360" cy="360"/>
            </p14:xfrm>
          </p:contentPart>
        </mc:Choice>
        <mc:Fallback xmlns=""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D91571E0-54D7-84D4-923A-D67C1FE53E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679790" y="729904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up 12">
            <a:extLst>
              <a:ext uri="{FF2B5EF4-FFF2-40B4-BE49-F238E27FC236}">
                <a16:creationId xmlns:a16="http://schemas.microsoft.com/office/drawing/2014/main" id="{1D0DB0FE-1CEC-BB74-D5C4-1C9F223E7865}"/>
              </a:ext>
            </a:extLst>
          </p:cNvPr>
          <p:cNvGrpSpPr/>
          <p:nvPr/>
        </p:nvGrpSpPr>
        <p:grpSpPr>
          <a:xfrm>
            <a:off x="7571590" y="3653464"/>
            <a:ext cx="207720" cy="299880"/>
            <a:chOff x="7571590" y="3653464"/>
            <a:chExt cx="207720" cy="29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038EF5DB-1F29-9F57-48C5-D7709EC2F0AC}"/>
                    </a:ext>
                  </a:extLst>
                </p14:cNvPr>
                <p14:cNvContentPartPr/>
                <p14:nvPr/>
              </p14:nvContentPartPr>
              <p14:xfrm>
                <a:off x="7660150" y="3653464"/>
                <a:ext cx="106920" cy="23832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038EF5DB-1F29-9F57-48C5-D7709EC2F0A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54030" y="3647344"/>
                  <a:ext cx="1191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59099F04-AA8B-E57D-6FD0-AFCF0D8D434E}"/>
                    </a:ext>
                  </a:extLst>
                </p14:cNvPr>
                <p14:cNvContentPartPr/>
                <p14:nvPr/>
              </p14:nvContentPartPr>
              <p14:xfrm>
                <a:off x="7571590" y="3780184"/>
                <a:ext cx="207720" cy="17316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59099F04-AA8B-E57D-6FD0-AFCF0D8D434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565470" y="3774064"/>
                  <a:ext cx="219960" cy="18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D6E83CE9-0880-2E7B-2EB0-757667F4C49B}"/>
                  </a:ext>
                </a:extLst>
              </p14:cNvPr>
              <p14:cNvContentPartPr/>
              <p14:nvPr/>
            </p14:nvContentPartPr>
            <p14:xfrm>
              <a:off x="8340910" y="3621784"/>
              <a:ext cx="106560" cy="203400"/>
            </p14:xfrm>
          </p:contentPart>
        </mc:Choice>
        <mc:Fallback xmlns=""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D6E83CE9-0880-2E7B-2EB0-757667F4C49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334790" y="3615664"/>
                <a:ext cx="11880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9D1A790A-167D-7CB4-9305-54ABF23BC834}"/>
                  </a:ext>
                </a:extLst>
              </p14:cNvPr>
              <p14:cNvContentPartPr/>
              <p14:nvPr/>
            </p14:nvContentPartPr>
            <p14:xfrm>
              <a:off x="8273950" y="3735184"/>
              <a:ext cx="154080" cy="239760"/>
            </p14:xfrm>
          </p:contentPart>
        </mc:Choice>
        <mc:Fallback xmlns=""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9D1A790A-167D-7CB4-9305-54ABF23BC83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267830" y="3729064"/>
                <a:ext cx="166320" cy="252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Persegi Panjang 2">
            <a:extLst>
              <a:ext uri="{FF2B5EF4-FFF2-40B4-BE49-F238E27FC236}">
                <a16:creationId xmlns:a16="http://schemas.microsoft.com/office/drawing/2014/main" id="{EF5FE7A2-0026-E5C1-44D7-B0F04C823D0F}"/>
              </a:ext>
            </a:extLst>
          </p:cNvPr>
          <p:cNvSpPr/>
          <p:nvPr/>
        </p:nvSpPr>
        <p:spPr>
          <a:xfrm>
            <a:off x="1785257" y="424543"/>
            <a:ext cx="1643743" cy="2721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53145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442F0-421D-C9D6-7B78-8237FE0D3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3D5B879-ED99-1512-B53E-0CCD69C19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3483" y="2629580"/>
            <a:ext cx="9590315" cy="908277"/>
          </a:xfrm>
        </p:spPr>
        <p:txBody>
          <a:bodyPr>
            <a:noAutofit/>
          </a:bodyPr>
          <a:lstStyle/>
          <a:p>
            <a:pPr algn="l"/>
            <a:r>
              <a:rPr lang="id-ID" sz="3600" b="1" dirty="0"/>
              <a:t>Langkah Penyelesaian:</a:t>
            </a:r>
            <a:br>
              <a:rPr lang="id-ID" sz="3600" b="1" dirty="0"/>
            </a:br>
            <a:br>
              <a:rPr lang="id-ID" sz="3600" b="1" dirty="0"/>
            </a:br>
            <a:endParaRPr lang="id-ID" sz="3600" dirty="0"/>
          </a:p>
        </p:txBody>
      </p:sp>
      <p:pic>
        <p:nvPicPr>
          <p:cNvPr id="4" name="Gambar 3">
            <a:extLst>
              <a:ext uri="{FF2B5EF4-FFF2-40B4-BE49-F238E27FC236}">
                <a16:creationId xmlns:a16="http://schemas.microsoft.com/office/drawing/2014/main" id="{E3F4F6DE-15DC-B9A5-CBEC-2CD6196A2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59" y="3131255"/>
            <a:ext cx="5848651" cy="2292468"/>
          </a:xfrm>
          <a:prstGeom prst="rect">
            <a:avLst/>
          </a:prstGeom>
        </p:spPr>
      </p:pic>
      <p:pic>
        <p:nvPicPr>
          <p:cNvPr id="5" name="Gambar 4">
            <a:extLst>
              <a:ext uri="{FF2B5EF4-FFF2-40B4-BE49-F238E27FC236}">
                <a16:creationId xmlns:a16="http://schemas.microsoft.com/office/drawing/2014/main" id="{9F0F9C05-457A-7476-F937-E6558972E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47075"/>
            <a:ext cx="5700218" cy="29114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C121D9DA-B7C3-E9B8-BCDA-24CCE2C7DF72}"/>
                  </a:ext>
                </a:extLst>
              </p14:cNvPr>
              <p14:cNvContentPartPr/>
              <p14:nvPr/>
            </p14:nvContentPartPr>
            <p14:xfrm>
              <a:off x="8083870" y="2798104"/>
              <a:ext cx="86040" cy="324000"/>
            </p14:xfrm>
          </p:contentPart>
        </mc:Choice>
        <mc:Fallback xmlns=""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C121D9DA-B7C3-E9B8-BCDA-24CCE2C7DF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77750" y="2791984"/>
                <a:ext cx="9828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D939CFCE-1B44-C00E-C9A4-7A0F2C962BA3}"/>
                  </a:ext>
                </a:extLst>
              </p14:cNvPr>
              <p14:cNvContentPartPr/>
              <p14:nvPr/>
            </p14:nvContentPartPr>
            <p14:xfrm>
              <a:off x="8039950" y="3022024"/>
              <a:ext cx="153000" cy="135720"/>
            </p14:xfrm>
          </p:contentPart>
        </mc:Choice>
        <mc:Fallback xmlns=""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D939CFCE-1B44-C00E-C9A4-7A0F2C962BA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33830" y="3015904"/>
                <a:ext cx="165240" cy="14796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Persegi Panjang 2">
            <a:extLst>
              <a:ext uri="{FF2B5EF4-FFF2-40B4-BE49-F238E27FC236}">
                <a16:creationId xmlns:a16="http://schemas.microsoft.com/office/drawing/2014/main" id="{9CAAD5CA-F0F4-D2D2-7794-94F5A738968D}"/>
              </a:ext>
            </a:extLst>
          </p:cNvPr>
          <p:cNvSpPr/>
          <p:nvPr/>
        </p:nvSpPr>
        <p:spPr>
          <a:xfrm>
            <a:off x="1785257" y="424543"/>
            <a:ext cx="1643743" cy="2721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93342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4052F-964B-3DC1-497A-6A99F8627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8362B7D2-C284-BC92-BFF3-CFDD295D76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3483" y="2629580"/>
            <a:ext cx="9590315" cy="908277"/>
          </a:xfrm>
        </p:spPr>
        <p:txBody>
          <a:bodyPr>
            <a:noAutofit/>
          </a:bodyPr>
          <a:lstStyle/>
          <a:p>
            <a:pPr algn="l"/>
            <a:r>
              <a:rPr lang="id-ID" sz="3600" b="1" dirty="0"/>
              <a:t>Langkah Penyelesaian:</a:t>
            </a:r>
            <a:br>
              <a:rPr lang="id-ID" sz="3600" b="1" dirty="0"/>
            </a:br>
            <a:br>
              <a:rPr lang="id-ID" sz="3600" b="1" dirty="0"/>
            </a:br>
            <a:endParaRPr lang="id-ID" sz="3600" dirty="0"/>
          </a:p>
        </p:txBody>
      </p:sp>
      <p:pic>
        <p:nvPicPr>
          <p:cNvPr id="6" name="Gambar 5">
            <a:extLst>
              <a:ext uri="{FF2B5EF4-FFF2-40B4-BE49-F238E27FC236}">
                <a16:creationId xmlns:a16="http://schemas.microsoft.com/office/drawing/2014/main" id="{04FEBE53-555E-637D-6420-CF0EF1F71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64" y="3298372"/>
            <a:ext cx="4845299" cy="2006703"/>
          </a:xfrm>
          <a:prstGeom prst="rect">
            <a:avLst/>
          </a:prstGeom>
        </p:spPr>
      </p:pic>
      <p:pic>
        <p:nvPicPr>
          <p:cNvPr id="8" name="Gambar 7">
            <a:extLst>
              <a:ext uri="{FF2B5EF4-FFF2-40B4-BE49-F238E27FC236}">
                <a16:creationId xmlns:a16="http://schemas.microsoft.com/office/drawing/2014/main" id="{8A18BD97-981D-AC5C-63DC-81C559397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899" y="2770842"/>
            <a:ext cx="6450237" cy="3301248"/>
          </a:xfrm>
          <a:prstGeom prst="rect">
            <a:avLst/>
          </a:prstGeom>
        </p:spPr>
      </p:pic>
      <p:grpSp>
        <p:nvGrpSpPr>
          <p:cNvPr id="11" name="Grup 10">
            <a:extLst>
              <a:ext uri="{FF2B5EF4-FFF2-40B4-BE49-F238E27FC236}">
                <a16:creationId xmlns:a16="http://schemas.microsoft.com/office/drawing/2014/main" id="{17ADD2A8-CDDC-E4A2-3052-E3D2D67E1FF2}"/>
              </a:ext>
            </a:extLst>
          </p:cNvPr>
          <p:cNvGrpSpPr/>
          <p:nvPr/>
        </p:nvGrpSpPr>
        <p:grpSpPr>
          <a:xfrm>
            <a:off x="8809630" y="2654104"/>
            <a:ext cx="329040" cy="443880"/>
            <a:chOff x="8809630" y="2654104"/>
            <a:chExt cx="329040" cy="4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CE6D4FB8-6AF4-80E5-EE4A-17FD8A72E709}"/>
                    </a:ext>
                  </a:extLst>
                </p14:cNvPr>
                <p14:cNvContentPartPr/>
                <p14:nvPr/>
              </p14:nvContentPartPr>
              <p14:xfrm>
                <a:off x="8876590" y="2654104"/>
                <a:ext cx="262080" cy="42408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CE6D4FB8-6AF4-80E5-EE4A-17FD8A72E70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870470" y="2647984"/>
                  <a:ext cx="27432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7FB40323-BF12-F883-2F2C-A5E85A91CF19}"/>
                    </a:ext>
                  </a:extLst>
                </p14:cNvPr>
                <p14:cNvContentPartPr/>
                <p14:nvPr/>
              </p14:nvContentPartPr>
              <p14:xfrm>
                <a:off x="8809630" y="2921584"/>
                <a:ext cx="207000" cy="17640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7FB40323-BF12-F883-2F2C-A5E85A91CF1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803510" y="2915464"/>
                  <a:ext cx="21924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up 13">
            <a:extLst>
              <a:ext uri="{FF2B5EF4-FFF2-40B4-BE49-F238E27FC236}">
                <a16:creationId xmlns:a16="http://schemas.microsoft.com/office/drawing/2014/main" id="{C0DEBE4E-6EDF-3D73-BD55-731EEE2B08D0}"/>
              </a:ext>
            </a:extLst>
          </p:cNvPr>
          <p:cNvGrpSpPr/>
          <p:nvPr/>
        </p:nvGrpSpPr>
        <p:grpSpPr>
          <a:xfrm>
            <a:off x="9199510" y="3306424"/>
            <a:ext cx="299520" cy="356400"/>
            <a:chOff x="9199510" y="3306424"/>
            <a:chExt cx="299520" cy="3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319FEF49-4FA5-6FF3-A63E-CE6A50DED690}"/>
                    </a:ext>
                  </a:extLst>
                </p14:cNvPr>
                <p14:cNvContentPartPr/>
                <p14:nvPr/>
              </p14:nvContentPartPr>
              <p14:xfrm>
                <a:off x="9321910" y="3306424"/>
                <a:ext cx="177120" cy="32940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319FEF49-4FA5-6FF3-A63E-CE6A50DED69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315790" y="3300304"/>
                  <a:ext cx="1893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A5AF11FB-747B-5608-08C5-CE12C70A0FEE}"/>
                    </a:ext>
                  </a:extLst>
                </p14:cNvPr>
                <p14:cNvContentPartPr/>
                <p14:nvPr/>
              </p14:nvContentPartPr>
              <p14:xfrm>
                <a:off x="9199510" y="3523504"/>
                <a:ext cx="200520" cy="13932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A5AF11FB-747B-5608-08C5-CE12C70A0FE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93390" y="3517384"/>
                  <a:ext cx="21276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up 16">
            <a:extLst>
              <a:ext uri="{FF2B5EF4-FFF2-40B4-BE49-F238E27FC236}">
                <a16:creationId xmlns:a16="http://schemas.microsoft.com/office/drawing/2014/main" id="{DCDC2897-F339-B000-4A8F-4E9F3854F0A0}"/>
              </a:ext>
            </a:extLst>
          </p:cNvPr>
          <p:cNvGrpSpPr/>
          <p:nvPr/>
        </p:nvGrpSpPr>
        <p:grpSpPr>
          <a:xfrm>
            <a:off x="10615750" y="4804744"/>
            <a:ext cx="283680" cy="324720"/>
            <a:chOff x="10615750" y="4804744"/>
            <a:chExt cx="28368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ACED0CA5-0EC8-3138-C81B-9F1807EBB9B6}"/>
                    </a:ext>
                  </a:extLst>
                </p14:cNvPr>
                <p14:cNvContentPartPr/>
                <p14:nvPr/>
              </p14:nvContentPartPr>
              <p14:xfrm>
                <a:off x="10615750" y="4878184"/>
                <a:ext cx="182880" cy="25128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ACED0CA5-0EC8-3138-C81B-9F1807EBB9B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609630" y="4872064"/>
                  <a:ext cx="1951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1161E334-33F1-3611-D11D-F11DE91742CB}"/>
                    </a:ext>
                  </a:extLst>
                </p14:cNvPr>
                <p14:cNvContentPartPr/>
                <p14:nvPr/>
              </p14:nvContentPartPr>
              <p14:xfrm>
                <a:off x="10660390" y="4804744"/>
                <a:ext cx="239040" cy="18828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1161E334-33F1-3611-D11D-F11DE91742C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654270" y="4798624"/>
                  <a:ext cx="251280" cy="200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" name="Persegi Panjang 2">
            <a:extLst>
              <a:ext uri="{FF2B5EF4-FFF2-40B4-BE49-F238E27FC236}">
                <a16:creationId xmlns:a16="http://schemas.microsoft.com/office/drawing/2014/main" id="{16C3A4E8-DC63-5672-C57B-B005119B9ACF}"/>
              </a:ext>
            </a:extLst>
          </p:cNvPr>
          <p:cNvSpPr/>
          <p:nvPr/>
        </p:nvSpPr>
        <p:spPr>
          <a:xfrm>
            <a:off x="1785257" y="424543"/>
            <a:ext cx="1643743" cy="2721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23913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70AD4-0C59-93D8-B7FD-7ABFC8AC2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CC617235-9410-BE41-259E-B9E80FAB0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3483" y="2629580"/>
            <a:ext cx="9590315" cy="908277"/>
          </a:xfrm>
        </p:spPr>
        <p:txBody>
          <a:bodyPr>
            <a:noAutofit/>
          </a:bodyPr>
          <a:lstStyle/>
          <a:p>
            <a:pPr algn="l"/>
            <a:r>
              <a:rPr lang="id-ID" sz="3600" b="1" dirty="0"/>
              <a:t>Langkah Penyelesaian:</a:t>
            </a:r>
            <a:br>
              <a:rPr lang="id-ID" sz="3600" b="1" dirty="0"/>
            </a:br>
            <a:br>
              <a:rPr lang="id-ID" sz="3600" b="1" dirty="0"/>
            </a:br>
            <a:endParaRPr lang="id-ID" sz="3600" dirty="0"/>
          </a:p>
        </p:txBody>
      </p:sp>
      <p:pic>
        <p:nvPicPr>
          <p:cNvPr id="4" name="Gambar 3">
            <a:extLst>
              <a:ext uri="{FF2B5EF4-FFF2-40B4-BE49-F238E27FC236}">
                <a16:creationId xmlns:a16="http://schemas.microsoft.com/office/drawing/2014/main" id="{2569A891-070B-834E-BDCE-DF50E22D8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490" y="2629580"/>
            <a:ext cx="7765043" cy="397194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FEB22343-2E6C-7B3B-A916-A04C94097A10}"/>
                  </a:ext>
                </a:extLst>
              </p14:cNvPr>
              <p14:cNvContentPartPr/>
              <p14:nvPr/>
            </p14:nvContentPartPr>
            <p14:xfrm>
              <a:off x="4672150" y="2755624"/>
              <a:ext cx="262080" cy="34452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FEB22343-2E6C-7B3B-A916-A04C94097A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66030" y="2749504"/>
                <a:ext cx="27432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76053BB9-ACBD-C1BF-7C11-5EBDE249E274}"/>
                  </a:ext>
                </a:extLst>
              </p14:cNvPr>
              <p14:cNvContentPartPr/>
              <p14:nvPr/>
            </p14:nvContentPartPr>
            <p14:xfrm>
              <a:off x="4638670" y="2888104"/>
              <a:ext cx="220680" cy="227520"/>
            </p14:xfrm>
          </p:contentPart>
        </mc:Choice>
        <mc:Fallback xmlns=""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76053BB9-ACBD-C1BF-7C11-5EBDE249E27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32550" y="2881984"/>
                <a:ext cx="232920" cy="23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up 13">
            <a:extLst>
              <a:ext uri="{FF2B5EF4-FFF2-40B4-BE49-F238E27FC236}">
                <a16:creationId xmlns:a16="http://schemas.microsoft.com/office/drawing/2014/main" id="{5FAE3DB0-478A-7EBB-F81C-8DA90818FEC2}"/>
              </a:ext>
            </a:extLst>
          </p:cNvPr>
          <p:cNvGrpSpPr/>
          <p:nvPr/>
        </p:nvGrpSpPr>
        <p:grpSpPr>
          <a:xfrm>
            <a:off x="5788510" y="4850464"/>
            <a:ext cx="517320" cy="338400"/>
            <a:chOff x="5788510" y="4850464"/>
            <a:chExt cx="517320" cy="33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44EE4B97-C3FC-A0CB-944E-42FECE51CB88}"/>
                    </a:ext>
                  </a:extLst>
                </p14:cNvPr>
                <p14:cNvContentPartPr/>
                <p14:nvPr/>
              </p14:nvContentPartPr>
              <p14:xfrm>
                <a:off x="5865190" y="4995184"/>
                <a:ext cx="440640" cy="5652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44EE4B97-C3FC-A0CB-944E-42FECE51CB8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859070" y="4989064"/>
                  <a:ext cx="4528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DE74FC1A-C541-E5DD-2288-780AC84E7861}"/>
                    </a:ext>
                  </a:extLst>
                </p14:cNvPr>
                <p14:cNvContentPartPr/>
                <p14:nvPr/>
              </p14:nvContentPartPr>
              <p14:xfrm>
                <a:off x="5788510" y="4850464"/>
                <a:ext cx="165960" cy="33840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DE74FC1A-C541-E5DD-2288-780AC84E786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782390" y="4844344"/>
                  <a:ext cx="178200" cy="350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" name="Persegi Panjang 2">
            <a:extLst>
              <a:ext uri="{FF2B5EF4-FFF2-40B4-BE49-F238E27FC236}">
                <a16:creationId xmlns:a16="http://schemas.microsoft.com/office/drawing/2014/main" id="{6C452FB3-6648-8143-475B-B239CD75038D}"/>
              </a:ext>
            </a:extLst>
          </p:cNvPr>
          <p:cNvSpPr/>
          <p:nvPr/>
        </p:nvSpPr>
        <p:spPr>
          <a:xfrm>
            <a:off x="1785257" y="424543"/>
            <a:ext cx="1643743" cy="2721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243828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209</Words>
  <Application>Microsoft Office PowerPoint</Application>
  <PresentationFormat>Layar Lebar</PresentationFormat>
  <Paragraphs>27</Paragraphs>
  <Slides>13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Tema Office</vt:lpstr>
      <vt:lpstr>TUWEB 4 REVIEW MATERI VUE.JS DAN DATABASE</vt:lpstr>
      <vt:lpstr>Apa Itu Database ...?  Database merupakan rangkaian struktur informasi atau data yang terorganisasi dan biasanya disimpan secara elektronik dalam sistem komputer. </vt:lpstr>
      <vt:lpstr>Presentasi PowerPoint</vt:lpstr>
      <vt:lpstr>Installasi phpmyadmin di Laragon ..?  </vt:lpstr>
      <vt:lpstr>Installasi phpmyadmin di Laragon ..?  </vt:lpstr>
      <vt:lpstr>Installasi phpmyadmin di Laragon ..?  </vt:lpstr>
      <vt:lpstr>Contoh Studi Kasus:  </vt:lpstr>
      <vt:lpstr>Langkah Penyelesaian:  </vt:lpstr>
      <vt:lpstr>Langkah Penyelesaian:  </vt:lpstr>
      <vt:lpstr>Langkah Penyelesaian:  </vt:lpstr>
      <vt:lpstr>Langkah Penyelesaian:  </vt:lpstr>
      <vt:lpstr>Langkah Penyelesaian:  </vt:lpstr>
      <vt:lpstr>Langkah Penyelesaian: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Agung Baitul Hikmah</dc:creator>
  <cp:lastModifiedBy>Agung Baitul Hikmah</cp:lastModifiedBy>
  <cp:revision>30</cp:revision>
  <dcterms:created xsi:type="dcterms:W3CDTF">2025-05-12T15:54:54Z</dcterms:created>
  <dcterms:modified xsi:type="dcterms:W3CDTF">2026-06-06T16:11:08Z</dcterms:modified>
</cp:coreProperties>
</file>